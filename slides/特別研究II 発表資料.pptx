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9" r:id="rId4"/>
  </p:sldMasterIdLst>
  <p:notesMasterIdLst>
    <p:notesMasterId r:id="rId19"/>
  </p:notesMasterIdLst>
  <p:handoutMasterIdLst>
    <p:handoutMasterId r:id="rId20"/>
  </p:handoutMasterIdLst>
  <p:sldIdLst>
    <p:sldId id="256" r:id="rId5"/>
    <p:sldId id="271" r:id="rId6"/>
    <p:sldId id="272" r:id="rId7"/>
    <p:sldId id="273" r:id="rId8"/>
    <p:sldId id="265" r:id="rId9"/>
    <p:sldId id="274" r:id="rId10"/>
    <p:sldId id="276" r:id="rId11"/>
    <p:sldId id="266" r:id="rId12"/>
    <p:sldId id="267" r:id="rId13"/>
    <p:sldId id="269" r:id="rId14"/>
    <p:sldId id="279" r:id="rId15"/>
    <p:sldId id="281" r:id="rId16"/>
    <p:sldId id="270" r:id="rId17"/>
    <p:sldId id="277" r:id="rId18"/>
  </p:sldIdLst>
  <p:sldSz cx="9144000" cy="6858000" type="screen4x3"/>
  <p:notesSz cx="7099300" cy="102346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Rg st="1" end="58"/>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CC"/>
    <a:srgbClr val="C2C46E"/>
    <a:srgbClr val="FF9933"/>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88"/>
    <p:restoredTop sz="85479"/>
  </p:normalViewPr>
  <p:slideViewPr>
    <p:cSldViewPr snapToGrid="0">
      <p:cViewPr varScale="1">
        <p:scale>
          <a:sx n="93" d="100"/>
          <a:sy n="93" d="100"/>
        </p:scale>
        <p:origin x="2240" y="20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kumimoji="1" lang="ja-JP" altLang="en-US"/>
          </a:p>
        </p:txBody>
      </p:sp>
      <p:sp>
        <p:nvSpPr>
          <p:cNvPr id="3" name="日付プレースホルダ 2"/>
          <p:cNvSpPr>
            <a:spLocks noGrp="1"/>
          </p:cNvSpPr>
          <p:nvPr>
            <p:ph type="dt" sz="quarter" idx="1"/>
          </p:nvPr>
        </p:nvSpPr>
        <p:spPr>
          <a:xfrm>
            <a:off x="4021294" y="0"/>
            <a:ext cx="3076363" cy="511731"/>
          </a:xfrm>
          <a:prstGeom prst="rect">
            <a:avLst/>
          </a:prstGeom>
        </p:spPr>
        <p:txBody>
          <a:bodyPr vert="horz" lIns="99048" tIns="49524" rIns="99048" bIns="49524" rtlCol="0"/>
          <a:lstStyle>
            <a:lvl1pPr algn="r">
              <a:defRPr sz="1300"/>
            </a:lvl1pPr>
          </a:lstStyle>
          <a:p>
            <a:fld id="{94321EB6-9B39-4451-942E-2A4E03D01699}" type="datetimeFigureOut">
              <a:rPr kumimoji="1" lang="ja-JP" altLang="en-US" smtClean="0"/>
              <a:pPr/>
              <a:t>2026/2/1</a:t>
            </a:fld>
            <a:endParaRPr kumimoji="1" lang="ja-JP" altLang="en-US"/>
          </a:p>
        </p:txBody>
      </p:sp>
      <p:sp>
        <p:nvSpPr>
          <p:cNvPr id="4" name="フッター プレースホルダ 3"/>
          <p:cNvSpPr>
            <a:spLocks noGrp="1"/>
          </p:cNvSpPr>
          <p:nvPr>
            <p:ph type="ftr" sz="quarter" idx="2"/>
          </p:nvPr>
        </p:nvSpPr>
        <p:spPr>
          <a:xfrm>
            <a:off x="0" y="9721106"/>
            <a:ext cx="3076363" cy="511731"/>
          </a:xfrm>
          <a:prstGeom prst="rect">
            <a:avLst/>
          </a:prstGeom>
        </p:spPr>
        <p:txBody>
          <a:bodyPr vert="horz" lIns="99048" tIns="49524" rIns="99048" bIns="49524" rtlCol="0" anchor="b"/>
          <a:lstStyle>
            <a:lvl1pPr algn="l">
              <a:defRPr sz="1300"/>
            </a:lvl1pPr>
          </a:lstStyle>
          <a:p>
            <a:endParaRPr kumimoji="1" lang="ja-JP" altLang="en-US"/>
          </a:p>
        </p:txBody>
      </p:sp>
      <p:sp>
        <p:nvSpPr>
          <p:cNvPr id="5" name="スライド番号プレースホルダ 4"/>
          <p:cNvSpPr>
            <a:spLocks noGrp="1"/>
          </p:cNvSpPr>
          <p:nvPr>
            <p:ph type="sldNum" sz="quarter" idx="3"/>
          </p:nvPr>
        </p:nvSpPr>
        <p:spPr>
          <a:xfrm>
            <a:off x="4021294" y="9721106"/>
            <a:ext cx="3076363" cy="511731"/>
          </a:xfrm>
          <a:prstGeom prst="rect">
            <a:avLst/>
          </a:prstGeom>
        </p:spPr>
        <p:txBody>
          <a:bodyPr vert="horz" lIns="99048" tIns="49524" rIns="99048" bIns="49524" rtlCol="0" anchor="b"/>
          <a:lstStyle>
            <a:lvl1pPr algn="r">
              <a:defRPr sz="1300"/>
            </a:lvl1pPr>
          </a:lstStyle>
          <a:p>
            <a:fld id="{9A267C93-991E-4C0D-B98D-37A0B662CB0A}" type="slidenum">
              <a:rPr kumimoji="1" lang="ja-JP" altLang="en-US" smtClean="0"/>
              <a:pPr/>
              <a:t>‹#›</a:t>
            </a:fld>
            <a:endParaRPr kumimoji="1" lang="ja-JP" altLang="en-US"/>
          </a:p>
        </p:txBody>
      </p:sp>
    </p:spTree>
    <p:extLst>
      <p:ext uri="{BB962C8B-B14F-4D97-AF65-F5344CB8AC3E}">
        <p14:creationId xmlns:p14="http://schemas.microsoft.com/office/powerpoint/2010/main" val="22585013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kumimoji="1" lang="ja-JP" altLang="en-US"/>
          </a:p>
        </p:txBody>
      </p:sp>
      <p:sp>
        <p:nvSpPr>
          <p:cNvPr id="3" name="日付プレースホルダ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4A8A0ABB-61D7-48C5-ABF6-AA1851257BAE}" type="datetimeFigureOut">
              <a:rPr kumimoji="1" lang="ja-JP" altLang="en-US" smtClean="0"/>
              <a:pPr/>
              <a:t>2026/2/1</a:t>
            </a:fld>
            <a:endParaRPr kumimoji="1" lang="ja-JP" altLang="en-US"/>
          </a:p>
        </p:txBody>
      </p:sp>
      <p:sp>
        <p:nvSpPr>
          <p:cNvPr id="4" name="スライド イメージ プレースホルダ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endParaRPr lang="ja-JP" altLang="en-US"/>
          </a:p>
        </p:txBody>
      </p:sp>
      <p:sp>
        <p:nvSpPr>
          <p:cNvPr id="5" name="ノート プレースホルダ 4"/>
          <p:cNvSpPr>
            <a:spLocks noGrp="1"/>
          </p:cNvSpPr>
          <p:nvPr>
            <p:ph type="body" sz="quarter" idx="3"/>
          </p:nvPr>
        </p:nvSpPr>
        <p:spPr>
          <a:xfrm>
            <a:off x="709930" y="4861441"/>
            <a:ext cx="5679440" cy="4605576"/>
          </a:xfrm>
          <a:prstGeom prst="rect">
            <a:avLst/>
          </a:prstGeom>
        </p:spPr>
        <p:txBody>
          <a:bodyPr vert="horz" lIns="99048" tIns="49524" rIns="99048" bIns="49524"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kumimoji="1" lang="ja-JP" altLang="en-US"/>
          </a:p>
        </p:txBody>
      </p:sp>
      <p:sp>
        <p:nvSpPr>
          <p:cNvPr id="7" name="スライド番号プレースホルダ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F7E16DAB-5891-4C45-A029-B6F42865E215}" type="slidenum">
              <a:rPr kumimoji="1" lang="ja-JP" altLang="en-US" smtClean="0"/>
              <a:pPr/>
              <a:t>‹#›</a:t>
            </a:fld>
            <a:endParaRPr kumimoji="1" lang="ja-JP" altLang="en-US"/>
          </a:p>
        </p:txBody>
      </p:sp>
    </p:spTree>
    <p:extLst>
      <p:ext uri="{BB962C8B-B14F-4D97-AF65-F5344CB8AC3E}">
        <p14:creationId xmlns:p14="http://schemas.microsoft.com/office/powerpoint/2010/main" val="404806824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スライド番号プレースホルダ 3"/>
          <p:cNvSpPr>
            <a:spLocks noGrp="1"/>
          </p:cNvSpPr>
          <p:nvPr>
            <p:ph type="sldNum" sz="quarter" idx="10"/>
          </p:nvPr>
        </p:nvSpPr>
        <p:spPr/>
        <p:txBody>
          <a:bodyPr/>
          <a:lstStyle/>
          <a:p>
            <a:fld id="{F7E16DAB-5891-4C45-A029-B6F42865E215}" type="slidenum">
              <a:rPr kumimoji="1" lang="ja-JP" altLang="en-US" smtClean="0"/>
              <a:pPr/>
              <a:t>1</a:t>
            </a:fld>
            <a:endParaRPr kumimoji="1" lang="ja-JP" altLang="en-US"/>
          </a:p>
        </p:txBody>
      </p:sp>
    </p:spTree>
    <p:extLst>
      <p:ext uri="{BB962C8B-B14F-4D97-AF65-F5344CB8AC3E}">
        <p14:creationId xmlns:p14="http://schemas.microsoft.com/office/powerpoint/2010/main" val="6050508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理科分野を</a:t>
            </a:r>
            <a:r>
              <a:rPr kumimoji="1" lang="en-US" altLang="ja-JP" dirty="0"/>
              <a:t>1</a:t>
            </a:r>
            <a:r>
              <a:rPr kumimoji="1" lang="ja-JP" altLang="en-US"/>
              <a:t>番目に</a:t>
            </a:r>
            <a:endParaRPr kumimoji="1" lang="en-US" altLang="ja-JP" dirty="0"/>
          </a:p>
          <a:p>
            <a:r>
              <a:rPr kumimoji="1" lang="ja-JP" altLang="en-US"/>
              <a:t>説明のためのイメージ図を追加</a:t>
            </a:r>
            <a:endParaRPr kumimoji="1" lang="en-US" altLang="ja-JP" dirty="0"/>
          </a:p>
          <a:p>
            <a:endParaRPr kumimoji="1" lang="ja-JP" altLang="en-US"/>
          </a:p>
        </p:txBody>
      </p:sp>
      <p:sp>
        <p:nvSpPr>
          <p:cNvPr id="4" name="スライド番号プレースホルダー 3"/>
          <p:cNvSpPr>
            <a:spLocks noGrp="1"/>
          </p:cNvSpPr>
          <p:nvPr>
            <p:ph type="sldNum" sz="quarter" idx="5"/>
          </p:nvPr>
        </p:nvSpPr>
        <p:spPr/>
        <p:txBody>
          <a:bodyPr/>
          <a:lstStyle/>
          <a:p>
            <a:fld id="{F7E16DAB-5891-4C45-A029-B6F42865E215}" type="slidenum">
              <a:rPr kumimoji="1" lang="ja-JP" altLang="en-US" smtClean="0"/>
              <a:pPr/>
              <a:t>3</a:t>
            </a:fld>
            <a:endParaRPr kumimoji="1" lang="ja-JP" altLang="en-US"/>
          </a:p>
        </p:txBody>
      </p:sp>
    </p:spTree>
    <p:extLst>
      <p:ext uri="{BB962C8B-B14F-4D97-AF65-F5344CB8AC3E}">
        <p14:creationId xmlns:p14="http://schemas.microsoft.com/office/powerpoint/2010/main" val="21083011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問題点に「</a:t>
            </a:r>
            <a:r>
              <a:rPr kumimoji="1" lang="en-US" altLang="ja-JP" dirty="0"/>
              <a:t>MQTT</a:t>
            </a:r>
            <a:r>
              <a:rPr kumimoji="1" lang="ja-JP" altLang="en-US"/>
              <a:t>を使用した非同期システムの有用性」</a:t>
            </a:r>
            <a:endParaRPr kumimoji="1" lang="en-US" altLang="ja-JP" dirty="0"/>
          </a:p>
          <a:p>
            <a:r>
              <a:rPr kumimoji="1" lang="ja-JP" altLang="en-US"/>
              <a:t>研究目的は別スライドでもいいかも</a:t>
            </a:r>
            <a:endParaRPr kumimoji="1" lang="en-US" altLang="ja-JP" dirty="0"/>
          </a:p>
        </p:txBody>
      </p:sp>
      <p:sp>
        <p:nvSpPr>
          <p:cNvPr id="4" name="スライド番号プレースホルダー 3"/>
          <p:cNvSpPr>
            <a:spLocks noGrp="1"/>
          </p:cNvSpPr>
          <p:nvPr>
            <p:ph type="sldNum" sz="quarter" idx="5"/>
          </p:nvPr>
        </p:nvSpPr>
        <p:spPr/>
        <p:txBody>
          <a:bodyPr/>
          <a:lstStyle/>
          <a:p>
            <a:fld id="{F7E16DAB-5891-4C45-A029-B6F42865E215}" type="slidenum">
              <a:rPr kumimoji="1" lang="ja-JP" altLang="en-US" smtClean="0"/>
              <a:pPr/>
              <a:t>4</a:t>
            </a:fld>
            <a:endParaRPr kumimoji="1" lang="ja-JP" altLang="en-US"/>
          </a:p>
        </p:txBody>
      </p:sp>
    </p:spTree>
    <p:extLst>
      <p:ext uri="{BB962C8B-B14F-4D97-AF65-F5344CB8AC3E}">
        <p14:creationId xmlns:p14="http://schemas.microsoft.com/office/powerpoint/2010/main" val="32472295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MQTT</a:t>
            </a:r>
            <a:r>
              <a:rPr kumimoji="1" lang="ja-JP" altLang="en-US"/>
              <a:t>に概要図を追加</a:t>
            </a:r>
          </a:p>
        </p:txBody>
      </p:sp>
      <p:sp>
        <p:nvSpPr>
          <p:cNvPr id="4" name="スライド番号プレースホルダー 3"/>
          <p:cNvSpPr>
            <a:spLocks noGrp="1"/>
          </p:cNvSpPr>
          <p:nvPr>
            <p:ph type="sldNum" sz="quarter" idx="5"/>
          </p:nvPr>
        </p:nvSpPr>
        <p:spPr/>
        <p:txBody>
          <a:bodyPr/>
          <a:lstStyle/>
          <a:p>
            <a:fld id="{F7E16DAB-5891-4C45-A029-B6F42865E215}" type="slidenum">
              <a:rPr kumimoji="1" lang="ja-JP" altLang="en-US" smtClean="0"/>
              <a:pPr/>
              <a:t>7</a:t>
            </a:fld>
            <a:endParaRPr kumimoji="1" lang="ja-JP" altLang="en-US"/>
          </a:p>
        </p:txBody>
      </p:sp>
    </p:spTree>
    <p:extLst>
      <p:ext uri="{BB962C8B-B14F-4D97-AF65-F5344CB8AC3E}">
        <p14:creationId xmlns:p14="http://schemas.microsoft.com/office/powerpoint/2010/main" val="14786484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概要と目的のスライドは逆でいい</a:t>
            </a:r>
          </a:p>
        </p:txBody>
      </p:sp>
      <p:sp>
        <p:nvSpPr>
          <p:cNvPr id="4" name="スライド番号プレースホルダー 3"/>
          <p:cNvSpPr>
            <a:spLocks noGrp="1"/>
          </p:cNvSpPr>
          <p:nvPr>
            <p:ph type="sldNum" sz="quarter" idx="5"/>
          </p:nvPr>
        </p:nvSpPr>
        <p:spPr/>
        <p:txBody>
          <a:bodyPr/>
          <a:lstStyle/>
          <a:p>
            <a:fld id="{F7E16DAB-5891-4C45-A029-B6F42865E215}" type="slidenum">
              <a:rPr kumimoji="1" lang="ja-JP" altLang="en-US" smtClean="0"/>
              <a:pPr/>
              <a:t>8</a:t>
            </a:fld>
            <a:endParaRPr kumimoji="1" lang="ja-JP" altLang="en-US"/>
          </a:p>
        </p:txBody>
      </p:sp>
    </p:spTree>
    <p:extLst>
      <p:ext uri="{BB962C8B-B14F-4D97-AF65-F5344CB8AC3E}">
        <p14:creationId xmlns:p14="http://schemas.microsoft.com/office/powerpoint/2010/main" val="511573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350D45-1390-E144-B26E-FF63DF4A0475}"/>
              </a:ext>
            </a:extLst>
          </p:cNvPr>
          <p:cNvSpPr>
            <a:spLocks noGrp="1"/>
          </p:cNvSpPr>
          <p:nvPr>
            <p:ph type="ctrTitle"/>
          </p:nvPr>
        </p:nvSpPr>
        <p:spPr>
          <a:xfrm>
            <a:off x="1143000" y="1122363"/>
            <a:ext cx="6858000" cy="2387600"/>
          </a:xfrm>
        </p:spPr>
        <p:txBody>
          <a:bodyPr anchor="b"/>
          <a:lstStyle>
            <a:lvl1pPr algn="ctr">
              <a:defRPr sz="45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4A72DF14-52B4-074C-A21B-4D19B654A073}"/>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899A5BB1-11F4-C84A-9023-A5A38DCAE9CC}"/>
              </a:ext>
            </a:extLst>
          </p:cNvPr>
          <p:cNvSpPr>
            <a:spLocks noGrp="1"/>
          </p:cNvSpPr>
          <p:nvPr>
            <p:ph type="dt" sz="half" idx="10"/>
          </p:nvPr>
        </p:nvSpPr>
        <p:spPr/>
        <p:txBody>
          <a:bodyPr/>
          <a:lstStyle/>
          <a:p>
            <a:fld id="{59F5202F-12E0-E84B-B4B2-8211725B797F}" type="datetime1">
              <a:rPr lang="ja-JP" altLang="en-US" smtClean="0"/>
              <a:t>2026/2/1</a:t>
            </a:fld>
            <a:endParaRPr lang="en-US"/>
          </a:p>
        </p:txBody>
      </p:sp>
      <p:sp>
        <p:nvSpPr>
          <p:cNvPr id="5" name="フッター プレースホルダー 4">
            <a:extLst>
              <a:ext uri="{FF2B5EF4-FFF2-40B4-BE49-F238E27FC236}">
                <a16:creationId xmlns:a16="http://schemas.microsoft.com/office/drawing/2014/main" id="{F104311D-D468-AA40-9F83-BBD5CFF9F683}"/>
              </a:ext>
            </a:extLst>
          </p:cNvPr>
          <p:cNvSpPr>
            <a:spLocks noGrp="1"/>
          </p:cNvSpPr>
          <p:nvPr>
            <p:ph type="ftr" sz="quarter" idx="11"/>
          </p:nvPr>
        </p:nvSpPr>
        <p:spPr/>
        <p:txBody>
          <a:bodyPr/>
          <a:lstStyle/>
          <a:p>
            <a:endParaRPr lang="en-US"/>
          </a:p>
        </p:txBody>
      </p:sp>
      <p:sp>
        <p:nvSpPr>
          <p:cNvPr id="6" name="スライド番号プレースホルダー 5">
            <a:extLst>
              <a:ext uri="{FF2B5EF4-FFF2-40B4-BE49-F238E27FC236}">
                <a16:creationId xmlns:a16="http://schemas.microsoft.com/office/drawing/2014/main" id="{6E47F3CA-0F2B-2B4B-A907-98D0F8C73FE2}"/>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992420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4D6F76-487E-8B40-93C6-AFD350A881E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2F2B548-39B1-F641-8A5F-5A3C6AC5A8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7A51EC4-F15E-EC49-B45D-2BF22FBAAE03}"/>
              </a:ext>
            </a:extLst>
          </p:cNvPr>
          <p:cNvSpPr>
            <a:spLocks noGrp="1"/>
          </p:cNvSpPr>
          <p:nvPr>
            <p:ph type="dt" sz="half" idx="10"/>
          </p:nvPr>
        </p:nvSpPr>
        <p:spPr/>
        <p:txBody>
          <a:bodyPr/>
          <a:lstStyle/>
          <a:p>
            <a:fld id="{72180761-93DA-604C-8427-235FC63ABAE9}" type="datetime1">
              <a:rPr lang="ja-JP" altLang="en-US" smtClean="0"/>
              <a:t>2026/2/1</a:t>
            </a:fld>
            <a:endParaRPr lang="en-US"/>
          </a:p>
        </p:txBody>
      </p:sp>
      <p:sp>
        <p:nvSpPr>
          <p:cNvPr id="5" name="フッター プレースホルダー 4">
            <a:extLst>
              <a:ext uri="{FF2B5EF4-FFF2-40B4-BE49-F238E27FC236}">
                <a16:creationId xmlns:a16="http://schemas.microsoft.com/office/drawing/2014/main" id="{CC788E5D-8582-9A4A-9579-300308AAFCBD}"/>
              </a:ext>
            </a:extLst>
          </p:cNvPr>
          <p:cNvSpPr>
            <a:spLocks noGrp="1"/>
          </p:cNvSpPr>
          <p:nvPr>
            <p:ph type="ftr" sz="quarter" idx="11"/>
          </p:nvPr>
        </p:nvSpPr>
        <p:spPr/>
        <p:txBody>
          <a:bodyPr/>
          <a:lstStyle/>
          <a:p>
            <a:endParaRPr lang="en-US"/>
          </a:p>
        </p:txBody>
      </p:sp>
      <p:sp>
        <p:nvSpPr>
          <p:cNvPr id="6" name="スライド番号プレースホルダー 5">
            <a:extLst>
              <a:ext uri="{FF2B5EF4-FFF2-40B4-BE49-F238E27FC236}">
                <a16:creationId xmlns:a16="http://schemas.microsoft.com/office/drawing/2014/main" id="{1587891A-46AB-D348-AFDC-CA66D8DC3929}"/>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81053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DB233C-A65F-F143-AAED-52E54D2783F1}"/>
              </a:ext>
            </a:extLst>
          </p:cNvPr>
          <p:cNvSpPr>
            <a:spLocks noGrp="1"/>
          </p:cNvSpPr>
          <p:nvPr>
            <p:ph type="title"/>
          </p:nvPr>
        </p:nvSpPr>
        <p:spPr>
          <a:xfrm>
            <a:off x="623888" y="1709739"/>
            <a:ext cx="7886700" cy="2852737"/>
          </a:xfrm>
        </p:spPr>
        <p:txBody>
          <a:bodyPr anchor="b"/>
          <a:lstStyle>
            <a:lvl1pPr>
              <a:defRPr sz="45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D212243-F556-BB45-AA88-120C8C83FB71}"/>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EA15265-CBE8-4A4D-8C63-B043D4F3DA31}"/>
              </a:ext>
            </a:extLst>
          </p:cNvPr>
          <p:cNvSpPr>
            <a:spLocks noGrp="1"/>
          </p:cNvSpPr>
          <p:nvPr>
            <p:ph type="dt" sz="half" idx="10"/>
          </p:nvPr>
        </p:nvSpPr>
        <p:spPr/>
        <p:txBody>
          <a:bodyPr/>
          <a:lstStyle/>
          <a:p>
            <a:fld id="{1B93C7A3-DBF1-4B4C-8E22-93C88E40285D}" type="datetime1">
              <a:rPr lang="ja-JP" altLang="en-US" smtClean="0"/>
              <a:t>2026/2/1</a:t>
            </a:fld>
            <a:endParaRPr lang="en-US"/>
          </a:p>
        </p:txBody>
      </p:sp>
      <p:sp>
        <p:nvSpPr>
          <p:cNvPr id="5" name="フッター プレースホルダー 4">
            <a:extLst>
              <a:ext uri="{FF2B5EF4-FFF2-40B4-BE49-F238E27FC236}">
                <a16:creationId xmlns:a16="http://schemas.microsoft.com/office/drawing/2014/main" id="{FFCD2138-71B2-C041-B9F6-7D6F7172C3A9}"/>
              </a:ext>
            </a:extLst>
          </p:cNvPr>
          <p:cNvSpPr>
            <a:spLocks noGrp="1"/>
          </p:cNvSpPr>
          <p:nvPr>
            <p:ph type="ftr" sz="quarter" idx="11"/>
          </p:nvPr>
        </p:nvSpPr>
        <p:spPr/>
        <p:txBody>
          <a:bodyPr/>
          <a:lstStyle/>
          <a:p>
            <a:endParaRPr lang="en-US"/>
          </a:p>
        </p:txBody>
      </p:sp>
      <p:sp>
        <p:nvSpPr>
          <p:cNvPr id="6" name="スライド番号プレースホルダー 5">
            <a:extLst>
              <a:ext uri="{FF2B5EF4-FFF2-40B4-BE49-F238E27FC236}">
                <a16:creationId xmlns:a16="http://schemas.microsoft.com/office/drawing/2014/main" id="{D09DA238-0FBA-D549-921B-CF2CCD9A933E}"/>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934463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CB31A1-1706-424F-B902-CB5F15373D3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09B2438-4184-DE43-896A-6E1AB69DDB75}"/>
              </a:ext>
            </a:extLst>
          </p:cNvPr>
          <p:cNvSpPr>
            <a:spLocks noGrp="1"/>
          </p:cNvSpPr>
          <p:nvPr>
            <p:ph sz="half" idx="1"/>
          </p:nvPr>
        </p:nvSpPr>
        <p:spPr>
          <a:xfrm>
            <a:off x="628650" y="1825625"/>
            <a:ext cx="38862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A1C9AF2B-9104-DD40-A59D-46424A5DCE0C}"/>
              </a:ext>
            </a:extLst>
          </p:cNvPr>
          <p:cNvSpPr>
            <a:spLocks noGrp="1"/>
          </p:cNvSpPr>
          <p:nvPr>
            <p:ph sz="half" idx="2"/>
          </p:nvPr>
        </p:nvSpPr>
        <p:spPr>
          <a:xfrm>
            <a:off x="4629150" y="1825625"/>
            <a:ext cx="38862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7985E489-6E35-5B4F-A02E-4873D39BFCE1}"/>
              </a:ext>
            </a:extLst>
          </p:cNvPr>
          <p:cNvSpPr>
            <a:spLocks noGrp="1"/>
          </p:cNvSpPr>
          <p:nvPr>
            <p:ph type="dt" sz="half" idx="10"/>
          </p:nvPr>
        </p:nvSpPr>
        <p:spPr/>
        <p:txBody>
          <a:bodyPr/>
          <a:lstStyle/>
          <a:p>
            <a:fld id="{5AEA7F72-6057-904C-849C-680B66933A26}" type="datetime1">
              <a:rPr lang="ja-JP" altLang="en-US" smtClean="0"/>
              <a:t>2026/2/1</a:t>
            </a:fld>
            <a:endParaRPr lang="en-US"/>
          </a:p>
        </p:txBody>
      </p:sp>
      <p:sp>
        <p:nvSpPr>
          <p:cNvPr id="6" name="フッター プレースホルダー 5">
            <a:extLst>
              <a:ext uri="{FF2B5EF4-FFF2-40B4-BE49-F238E27FC236}">
                <a16:creationId xmlns:a16="http://schemas.microsoft.com/office/drawing/2014/main" id="{CBEF6265-FA94-C246-A611-878048911329}"/>
              </a:ext>
            </a:extLst>
          </p:cNvPr>
          <p:cNvSpPr>
            <a:spLocks noGrp="1"/>
          </p:cNvSpPr>
          <p:nvPr>
            <p:ph type="ftr" sz="quarter" idx="11"/>
          </p:nvPr>
        </p:nvSpPr>
        <p:spPr/>
        <p:txBody>
          <a:bodyPr/>
          <a:lstStyle/>
          <a:p>
            <a:endParaRPr lang="en-US"/>
          </a:p>
        </p:txBody>
      </p:sp>
      <p:sp>
        <p:nvSpPr>
          <p:cNvPr id="7" name="スライド番号プレースホルダー 6">
            <a:extLst>
              <a:ext uri="{FF2B5EF4-FFF2-40B4-BE49-F238E27FC236}">
                <a16:creationId xmlns:a16="http://schemas.microsoft.com/office/drawing/2014/main" id="{DFE30052-0934-9843-9B16-E93E821D6F8E}"/>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253605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A1B8EB-4A3D-164A-9C1B-68DA0BA31E46}"/>
              </a:ext>
            </a:extLst>
          </p:cNvPr>
          <p:cNvSpPr>
            <a:spLocks noGrp="1"/>
          </p:cNvSpPr>
          <p:nvPr>
            <p:ph type="title"/>
          </p:nvPr>
        </p:nvSpPr>
        <p:spPr>
          <a:xfrm>
            <a:off x="629841" y="365126"/>
            <a:ext cx="78867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4C59FBD-D521-E448-8BD8-E9E1A6A46885}"/>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A888A5A-F6C9-6145-882E-2C487677389F}"/>
              </a:ext>
            </a:extLst>
          </p:cNvPr>
          <p:cNvSpPr>
            <a:spLocks noGrp="1"/>
          </p:cNvSpPr>
          <p:nvPr>
            <p:ph sz="half" idx="2"/>
          </p:nvPr>
        </p:nvSpPr>
        <p:spPr>
          <a:xfrm>
            <a:off x="629842" y="2505075"/>
            <a:ext cx="3868340"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78460BA-E327-194D-BA02-A759AF75D07C}"/>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196EF39-E34E-DF46-862E-A3F28E6F510D}"/>
              </a:ext>
            </a:extLst>
          </p:cNvPr>
          <p:cNvSpPr>
            <a:spLocks noGrp="1"/>
          </p:cNvSpPr>
          <p:nvPr>
            <p:ph sz="quarter" idx="4"/>
          </p:nvPr>
        </p:nvSpPr>
        <p:spPr>
          <a:xfrm>
            <a:off x="4629150" y="2505075"/>
            <a:ext cx="3887391"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16C4F46-FB2E-0546-ADE5-03B12AF2E4F1}"/>
              </a:ext>
            </a:extLst>
          </p:cNvPr>
          <p:cNvSpPr>
            <a:spLocks noGrp="1"/>
          </p:cNvSpPr>
          <p:nvPr>
            <p:ph type="dt" sz="half" idx="10"/>
          </p:nvPr>
        </p:nvSpPr>
        <p:spPr/>
        <p:txBody>
          <a:bodyPr/>
          <a:lstStyle/>
          <a:p>
            <a:fld id="{7B3E3866-0AAF-CA41-BC54-3E41A2147E23}" type="datetime1">
              <a:rPr lang="ja-JP" altLang="en-US" smtClean="0"/>
              <a:t>2026/2/1</a:t>
            </a:fld>
            <a:endParaRPr lang="en-US"/>
          </a:p>
        </p:txBody>
      </p:sp>
      <p:sp>
        <p:nvSpPr>
          <p:cNvPr id="8" name="フッター プレースホルダー 7">
            <a:extLst>
              <a:ext uri="{FF2B5EF4-FFF2-40B4-BE49-F238E27FC236}">
                <a16:creationId xmlns:a16="http://schemas.microsoft.com/office/drawing/2014/main" id="{9615E6DB-E512-3044-956E-7EB8CA71B7FA}"/>
              </a:ext>
            </a:extLst>
          </p:cNvPr>
          <p:cNvSpPr>
            <a:spLocks noGrp="1"/>
          </p:cNvSpPr>
          <p:nvPr>
            <p:ph type="ftr" sz="quarter" idx="11"/>
          </p:nvPr>
        </p:nvSpPr>
        <p:spPr/>
        <p:txBody>
          <a:bodyPr/>
          <a:lstStyle/>
          <a:p>
            <a:endParaRPr lang="en-US"/>
          </a:p>
        </p:txBody>
      </p:sp>
      <p:sp>
        <p:nvSpPr>
          <p:cNvPr id="9" name="スライド番号プレースホルダー 8">
            <a:extLst>
              <a:ext uri="{FF2B5EF4-FFF2-40B4-BE49-F238E27FC236}">
                <a16:creationId xmlns:a16="http://schemas.microsoft.com/office/drawing/2014/main" id="{84C0ABCF-F1FB-564B-8EEA-16BD2E5D14AD}"/>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668137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87FB71-8557-A740-8636-6C589B8E853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305BE0B2-BF3C-D646-8EB5-D112E46E5C35}"/>
              </a:ext>
            </a:extLst>
          </p:cNvPr>
          <p:cNvSpPr>
            <a:spLocks noGrp="1"/>
          </p:cNvSpPr>
          <p:nvPr>
            <p:ph type="dt" sz="half" idx="10"/>
          </p:nvPr>
        </p:nvSpPr>
        <p:spPr/>
        <p:txBody>
          <a:bodyPr/>
          <a:lstStyle/>
          <a:p>
            <a:fld id="{86E89F9F-DF7D-FD44-AAA5-1BC321010DE8}" type="datetime1">
              <a:rPr lang="ja-JP" altLang="en-US" smtClean="0"/>
              <a:t>2026/2/1</a:t>
            </a:fld>
            <a:endParaRPr lang="en-US"/>
          </a:p>
        </p:txBody>
      </p:sp>
      <p:sp>
        <p:nvSpPr>
          <p:cNvPr id="4" name="フッター プレースホルダー 3">
            <a:extLst>
              <a:ext uri="{FF2B5EF4-FFF2-40B4-BE49-F238E27FC236}">
                <a16:creationId xmlns:a16="http://schemas.microsoft.com/office/drawing/2014/main" id="{51F432CC-88D5-2B46-BB09-980D2A4BC5EF}"/>
              </a:ext>
            </a:extLst>
          </p:cNvPr>
          <p:cNvSpPr>
            <a:spLocks noGrp="1"/>
          </p:cNvSpPr>
          <p:nvPr>
            <p:ph type="ftr" sz="quarter" idx="11"/>
          </p:nvPr>
        </p:nvSpPr>
        <p:spPr/>
        <p:txBody>
          <a:bodyPr/>
          <a:lstStyle/>
          <a:p>
            <a:endParaRPr lang="en-US"/>
          </a:p>
        </p:txBody>
      </p:sp>
      <p:sp>
        <p:nvSpPr>
          <p:cNvPr id="5" name="スライド番号プレースホルダー 4">
            <a:extLst>
              <a:ext uri="{FF2B5EF4-FFF2-40B4-BE49-F238E27FC236}">
                <a16:creationId xmlns:a16="http://schemas.microsoft.com/office/drawing/2014/main" id="{D7CFF919-E0F3-0247-BDF0-62BC344D0BDD}"/>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888720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5C1DF98-9165-DA48-8BC1-E6A7DF506939}"/>
              </a:ext>
            </a:extLst>
          </p:cNvPr>
          <p:cNvSpPr>
            <a:spLocks noGrp="1"/>
          </p:cNvSpPr>
          <p:nvPr>
            <p:ph type="dt" sz="half" idx="10"/>
          </p:nvPr>
        </p:nvSpPr>
        <p:spPr/>
        <p:txBody>
          <a:bodyPr/>
          <a:lstStyle/>
          <a:p>
            <a:fld id="{A73D5EB2-2CCD-EB45-8276-081593EA7E70}" type="datetime1">
              <a:rPr lang="ja-JP" altLang="en-US" smtClean="0"/>
              <a:t>2026/2/1</a:t>
            </a:fld>
            <a:endParaRPr lang="en-US"/>
          </a:p>
        </p:txBody>
      </p:sp>
      <p:sp>
        <p:nvSpPr>
          <p:cNvPr id="3" name="フッター プレースホルダー 2">
            <a:extLst>
              <a:ext uri="{FF2B5EF4-FFF2-40B4-BE49-F238E27FC236}">
                <a16:creationId xmlns:a16="http://schemas.microsoft.com/office/drawing/2014/main" id="{D05B248F-7EAA-D94F-94C0-92199AF5A554}"/>
              </a:ext>
            </a:extLst>
          </p:cNvPr>
          <p:cNvSpPr>
            <a:spLocks noGrp="1"/>
          </p:cNvSpPr>
          <p:nvPr>
            <p:ph type="ftr" sz="quarter" idx="11"/>
          </p:nvPr>
        </p:nvSpPr>
        <p:spPr/>
        <p:txBody>
          <a:bodyPr/>
          <a:lstStyle/>
          <a:p>
            <a:endParaRPr lang="en-US"/>
          </a:p>
        </p:txBody>
      </p:sp>
      <p:sp>
        <p:nvSpPr>
          <p:cNvPr id="4" name="スライド番号プレースホルダー 3">
            <a:extLst>
              <a:ext uri="{FF2B5EF4-FFF2-40B4-BE49-F238E27FC236}">
                <a16:creationId xmlns:a16="http://schemas.microsoft.com/office/drawing/2014/main" id="{382D6CF9-D0C9-9A4B-A3D8-CD28DCDE6A61}"/>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1758576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F970E1-AB0D-B642-9A65-2D333A2A01A7}"/>
              </a:ext>
            </a:extLst>
          </p:cNvPr>
          <p:cNvSpPr>
            <a:spLocks noGrp="1"/>
          </p:cNvSpPr>
          <p:nvPr>
            <p:ph type="title"/>
          </p:nvPr>
        </p:nvSpPr>
        <p:spPr>
          <a:xfrm>
            <a:off x="629841" y="457200"/>
            <a:ext cx="2949178" cy="1600200"/>
          </a:xfrm>
        </p:spPr>
        <p:txBody>
          <a:bodyPr anchor="b"/>
          <a:lstStyle>
            <a:lvl1pPr>
              <a:defRPr sz="24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EC52120-BB37-EF40-97FB-6892C675431C}"/>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4580AC1-6A91-4542-8231-00EC42A2CE4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2D7283D-4E30-2D43-A732-E48B1F565B70}"/>
              </a:ext>
            </a:extLst>
          </p:cNvPr>
          <p:cNvSpPr>
            <a:spLocks noGrp="1"/>
          </p:cNvSpPr>
          <p:nvPr>
            <p:ph type="dt" sz="half" idx="10"/>
          </p:nvPr>
        </p:nvSpPr>
        <p:spPr/>
        <p:txBody>
          <a:bodyPr/>
          <a:lstStyle/>
          <a:p>
            <a:fld id="{15A3E09B-95E5-FA4D-AA21-E741CC87CEFA}" type="datetime1">
              <a:rPr lang="ja-JP" altLang="en-US" smtClean="0"/>
              <a:t>2026/2/1</a:t>
            </a:fld>
            <a:endParaRPr lang="en-US"/>
          </a:p>
        </p:txBody>
      </p:sp>
      <p:sp>
        <p:nvSpPr>
          <p:cNvPr id="6" name="フッター プレースホルダー 5">
            <a:extLst>
              <a:ext uri="{FF2B5EF4-FFF2-40B4-BE49-F238E27FC236}">
                <a16:creationId xmlns:a16="http://schemas.microsoft.com/office/drawing/2014/main" id="{10689AC1-E20C-ED4D-915F-8949CE167E02}"/>
              </a:ext>
            </a:extLst>
          </p:cNvPr>
          <p:cNvSpPr>
            <a:spLocks noGrp="1"/>
          </p:cNvSpPr>
          <p:nvPr>
            <p:ph type="ftr" sz="quarter" idx="11"/>
          </p:nvPr>
        </p:nvSpPr>
        <p:spPr/>
        <p:txBody>
          <a:bodyPr/>
          <a:lstStyle/>
          <a:p>
            <a:endParaRPr lang="en-US"/>
          </a:p>
        </p:txBody>
      </p:sp>
      <p:sp>
        <p:nvSpPr>
          <p:cNvPr id="7" name="スライド番号プレースホルダー 6">
            <a:extLst>
              <a:ext uri="{FF2B5EF4-FFF2-40B4-BE49-F238E27FC236}">
                <a16:creationId xmlns:a16="http://schemas.microsoft.com/office/drawing/2014/main" id="{22467F2F-BDEC-A94F-85EB-7E3CDE356F5D}"/>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3974856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19B7B9-6017-8340-8FC5-1886B9C92510}"/>
              </a:ext>
            </a:extLst>
          </p:cNvPr>
          <p:cNvSpPr>
            <a:spLocks noGrp="1"/>
          </p:cNvSpPr>
          <p:nvPr>
            <p:ph type="title"/>
          </p:nvPr>
        </p:nvSpPr>
        <p:spPr>
          <a:xfrm>
            <a:off x="629841" y="457200"/>
            <a:ext cx="2949178" cy="1600200"/>
          </a:xfrm>
        </p:spPr>
        <p:txBody>
          <a:bodyPr anchor="b"/>
          <a:lstStyle>
            <a:lvl1pPr>
              <a:defRPr sz="24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1A2027A-BD7E-B549-B135-25E14D42E6E4}"/>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kumimoji="1" lang="ja-JP" altLang="en-US"/>
          </a:p>
        </p:txBody>
      </p:sp>
      <p:sp>
        <p:nvSpPr>
          <p:cNvPr id="4" name="テキスト プレースホルダー 3">
            <a:extLst>
              <a:ext uri="{FF2B5EF4-FFF2-40B4-BE49-F238E27FC236}">
                <a16:creationId xmlns:a16="http://schemas.microsoft.com/office/drawing/2014/main" id="{343F8A0B-A736-BA48-83DD-438429B7318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05314B6-3FCF-E842-ACB2-B321587DB606}"/>
              </a:ext>
            </a:extLst>
          </p:cNvPr>
          <p:cNvSpPr>
            <a:spLocks noGrp="1"/>
          </p:cNvSpPr>
          <p:nvPr>
            <p:ph type="dt" sz="half" idx="10"/>
          </p:nvPr>
        </p:nvSpPr>
        <p:spPr/>
        <p:txBody>
          <a:bodyPr/>
          <a:lstStyle/>
          <a:p>
            <a:fld id="{0F23C560-F512-0E49-8CAA-3F56362C0875}" type="datetime1">
              <a:rPr lang="ja-JP" altLang="en-US" smtClean="0"/>
              <a:t>2026/2/1</a:t>
            </a:fld>
            <a:endParaRPr lang="en-US"/>
          </a:p>
        </p:txBody>
      </p:sp>
      <p:sp>
        <p:nvSpPr>
          <p:cNvPr id="6" name="フッター プレースホルダー 5">
            <a:extLst>
              <a:ext uri="{FF2B5EF4-FFF2-40B4-BE49-F238E27FC236}">
                <a16:creationId xmlns:a16="http://schemas.microsoft.com/office/drawing/2014/main" id="{18CB9CE2-0FB4-7D46-9839-5C4C67AED679}"/>
              </a:ext>
            </a:extLst>
          </p:cNvPr>
          <p:cNvSpPr>
            <a:spLocks noGrp="1"/>
          </p:cNvSpPr>
          <p:nvPr>
            <p:ph type="ftr" sz="quarter" idx="11"/>
          </p:nvPr>
        </p:nvSpPr>
        <p:spPr/>
        <p:txBody>
          <a:bodyPr/>
          <a:lstStyle/>
          <a:p>
            <a:endParaRPr lang="en-US"/>
          </a:p>
        </p:txBody>
      </p:sp>
      <p:sp>
        <p:nvSpPr>
          <p:cNvPr id="7" name="スライド番号プレースホルダー 6">
            <a:extLst>
              <a:ext uri="{FF2B5EF4-FFF2-40B4-BE49-F238E27FC236}">
                <a16:creationId xmlns:a16="http://schemas.microsoft.com/office/drawing/2014/main" id="{0129DD82-00E7-5844-9A92-DA6F1F29F1B5}"/>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34750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89329F-5F07-7D45-A6B4-6E8D572B6F92}"/>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69D2A91-358A-AC43-854E-CB86E3342562}"/>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14DB250-7E0C-BA4D-967D-936DFC52AEDE}"/>
              </a:ext>
            </a:extLst>
          </p:cNvPr>
          <p:cNvSpPr>
            <a:spLocks noGrp="1"/>
          </p:cNvSpPr>
          <p:nvPr>
            <p:ph type="dt" sz="half" idx="10"/>
          </p:nvPr>
        </p:nvSpPr>
        <p:spPr/>
        <p:txBody>
          <a:bodyPr/>
          <a:lstStyle/>
          <a:p>
            <a:fld id="{2CA0363A-FF7D-784D-9141-FDC96BB00877}" type="datetime1">
              <a:rPr lang="ja-JP" altLang="en-US" smtClean="0"/>
              <a:t>2026/2/1</a:t>
            </a:fld>
            <a:endParaRPr lang="en-US"/>
          </a:p>
        </p:txBody>
      </p:sp>
      <p:sp>
        <p:nvSpPr>
          <p:cNvPr id="5" name="フッター プレースホルダー 4">
            <a:extLst>
              <a:ext uri="{FF2B5EF4-FFF2-40B4-BE49-F238E27FC236}">
                <a16:creationId xmlns:a16="http://schemas.microsoft.com/office/drawing/2014/main" id="{3C576889-0B59-3442-AC9B-A538759F042E}"/>
              </a:ext>
            </a:extLst>
          </p:cNvPr>
          <p:cNvSpPr>
            <a:spLocks noGrp="1"/>
          </p:cNvSpPr>
          <p:nvPr>
            <p:ph type="ftr" sz="quarter" idx="11"/>
          </p:nvPr>
        </p:nvSpPr>
        <p:spPr/>
        <p:txBody>
          <a:bodyPr/>
          <a:lstStyle/>
          <a:p>
            <a:endParaRPr lang="en-US"/>
          </a:p>
        </p:txBody>
      </p:sp>
      <p:sp>
        <p:nvSpPr>
          <p:cNvPr id="6" name="スライド番号プレースホルダー 5">
            <a:extLst>
              <a:ext uri="{FF2B5EF4-FFF2-40B4-BE49-F238E27FC236}">
                <a16:creationId xmlns:a16="http://schemas.microsoft.com/office/drawing/2014/main" id="{5D995959-46B0-C040-AE8C-8419A2B3E98F}"/>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422260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9763332E-F3B9-BD47-86D5-CB65EADC503C}"/>
              </a:ext>
            </a:extLst>
          </p:cNvPr>
          <p:cNvSpPr>
            <a:spLocks noGrp="1"/>
          </p:cNvSpPr>
          <p:nvPr>
            <p:ph type="title" orient="vert"/>
          </p:nvPr>
        </p:nvSpPr>
        <p:spPr>
          <a:xfrm>
            <a:off x="6543675" y="365125"/>
            <a:ext cx="1971675"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A40C43F-74E5-D64F-A140-648FC8E42D99}"/>
              </a:ext>
            </a:extLst>
          </p:cNvPr>
          <p:cNvSpPr>
            <a:spLocks noGrp="1"/>
          </p:cNvSpPr>
          <p:nvPr>
            <p:ph type="body" orient="vert" idx="1"/>
          </p:nvPr>
        </p:nvSpPr>
        <p:spPr>
          <a:xfrm>
            <a:off x="628650" y="365125"/>
            <a:ext cx="5800725"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EF99CF2-F07C-4749-A1CA-8724BB191807}"/>
              </a:ext>
            </a:extLst>
          </p:cNvPr>
          <p:cNvSpPr>
            <a:spLocks noGrp="1"/>
          </p:cNvSpPr>
          <p:nvPr>
            <p:ph type="dt" sz="half" idx="10"/>
          </p:nvPr>
        </p:nvSpPr>
        <p:spPr/>
        <p:txBody>
          <a:bodyPr/>
          <a:lstStyle/>
          <a:p>
            <a:fld id="{DE247883-07BA-F645-99D7-9767C0E5E05D}" type="datetime1">
              <a:rPr lang="ja-JP" altLang="en-US" smtClean="0"/>
              <a:t>2026/2/1</a:t>
            </a:fld>
            <a:endParaRPr lang="en-US"/>
          </a:p>
        </p:txBody>
      </p:sp>
      <p:sp>
        <p:nvSpPr>
          <p:cNvPr id="5" name="フッター プレースホルダー 4">
            <a:extLst>
              <a:ext uri="{FF2B5EF4-FFF2-40B4-BE49-F238E27FC236}">
                <a16:creationId xmlns:a16="http://schemas.microsoft.com/office/drawing/2014/main" id="{B23736BD-B230-AA43-8AC4-5E9F78576EBA}"/>
              </a:ext>
            </a:extLst>
          </p:cNvPr>
          <p:cNvSpPr>
            <a:spLocks noGrp="1"/>
          </p:cNvSpPr>
          <p:nvPr>
            <p:ph type="ftr" sz="quarter" idx="11"/>
          </p:nvPr>
        </p:nvSpPr>
        <p:spPr/>
        <p:txBody>
          <a:bodyPr/>
          <a:lstStyle/>
          <a:p>
            <a:endParaRPr lang="en-US"/>
          </a:p>
        </p:txBody>
      </p:sp>
      <p:sp>
        <p:nvSpPr>
          <p:cNvPr id="6" name="スライド番号プレースホルダー 5">
            <a:extLst>
              <a:ext uri="{FF2B5EF4-FFF2-40B4-BE49-F238E27FC236}">
                <a16:creationId xmlns:a16="http://schemas.microsoft.com/office/drawing/2014/main" id="{0EDAAC32-0AFB-1247-8493-49221A41F26D}"/>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990470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D582F58C-15E0-0D46-AACF-9B4EF6A80ED9}"/>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19308F8-5E3C-9D4A-A46D-4DA3B817D29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4AFD6B9-0703-9F46-8F1E-9DFE6B90B07F}"/>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C557564-A0A7-F44F-83B3-B79F5A073676}" type="datetime1">
              <a:rPr lang="ja-JP" altLang="en-US" smtClean="0"/>
              <a:t>2026/2/1</a:t>
            </a:fld>
            <a:endParaRPr lang="en-US"/>
          </a:p>
        </p:txBody>
      </p:sp>
      <p:sp>
        <p:nvSpPr>
          <p:cNvPr id="5" name="フッター プレースホルダー 4">
            <a:extLst>
              <a:ext uri="{FF2B5EF4-FFF2-40B4-BE49-F238E27FC236}">
                <a16:creationId xmlns:a16="http://schemas.microsoft.com/office/drawing/2014/main" id="{6378131B-4AE7-0549-8CA0-8C2DE15E7D1D}"/>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スライド番号プレースホルダー 5">
            <a:extLst>
              <a:ext uri="{FF2B5EF4-FFF2-40B4-BE49-F238E27FC236}">
                <a16:creationId xmlns:a16="http://schemas.microsoft.com/office/drawing/2014/main" id="{555D80FB-2650-B44B-965B-7C005C0068B2}"/>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1395091578"/>
      </p:ext>
    </p:extLst>
  </p:cSld>
  <p:clrMap bg1="lt1" tx1="dk1" bg2="lt2" tx2="dk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Lst>
  <p:hf hdr="0" ftr="0" dt="0"/>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1.w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051085" y="1890584"/>
            <a:ext cx="7252656" cy="1923792"/>
          </a:xfrm>
        </p:spPr>
        <p:txBody>
          <a:bodyPr>
            <a:normAutofit/>
          </a:bodyPr>
          <a:lstStyle/>
          <a:p>
            <a:r>
              <a:rPr lang="en" altLang="ja-JP" sz="2800" b="0" i="0" u="none" strike="noStrike" dirty="0">
                <a:solidFill>
                  <a:schemeClr val="tx1"/>
                </a:solidFill>
                <a:effectLst/>
                <a:latin typeface="+mj-ea"/>
              </a:rPr>
              <a:t>VR </a:t>
            </a:r>
            <a:r>
              <a:rPr lang="ja-JP" altLang="en-US" sz="2800" b="0" i="0" u="none" strike="noStrike">
                <a:solidFill>
                  <a:schemeClr val="tx1"/>
                </a:solidFill>
                <a:effectLst/>
                <a:latin typeface="+mj-ea"/>
              </a:rPr>
              <a:t>技術を利用した理科教材のリアルタイム共有システム</a:t>
            </a:r>
            <a:r>
              <a:rPr lang="ja-JP" altLang="en-US" sz="2800">
                <a:latin typeface="+mj-ea"/>
              </a:rPr>
              <a:t>に関する</a:t>
            </a:r>
            <a:r>
              <a:rPr lang="ja-JP" altLang="en-US" sz="2800" b="0" i="0" u="none" strike="noStrike">
                <a:solidFill>
                  <a:schemeClr val="tx1"/>
                </a:solidFill>
                <a:effectLst/>
                <a:latin typeface="+mj-ea"/>
              </a:rPr>
              <a:t>設計と評価</a:t>
            </a:r>
            <a:br>
              <a:rPr kumimoji="1" lang="en-US" altLang="ja-JP" sz="2800" dirty="0">
                <a:solidFill>
                  <a:srgbClr val="FF0000"/>
                </a:solidFill>
                <a:latin typeface="+mj-ea"/>
              </a:rPr>
            </a:br>
            <a:endParaRPr kumimoji="1" lang="ja-JP" altLang="en-US" sz="2800">
              <a:solidFill>
                <a:srgbClr val="FF0000"/>
              </a:solidFill>
              <a:latin typeface="+mj-ea"/>
            </a:endParaRPr>
          </a:p>
        </p:txBody>
      </p:sp>
      <p:sp>
        <p:nvSpPr>
          <p:cNvPr id="3" name="サブタイトル 2"/>
          <p:cNvSpPr>
            <a:spLocks noGrp="1"/>
          </p:cNvSpPr>
          <p:nvPr>
            <p:ph type="subTitle" idx="1"/>
          </p:nvPr>
        </p:nvSpPr>
        <p:spPr>
          <a:xfrm>
            <a:off x="5938866" y="4513116"/>
            <a:ext cx="2458857" cy="1144494"/>
          </a:xfrm>
        </p:spPr>
        <p:txBody>
          <a:bodyPr>
            <a:normAutofit/>
          </a:bodyPr>
          <a:lstStyle/>
          <a:p>
            <a:r>
              <a:rPr kumimoji="1" lang="ja-JP" altLang="en-US" sz="1600">
                <a:solidFill>
                  <a:schemeClr val="tx1"/>
                </a:solidFill>
              </a:rPr>
              <a:t>林原研究室</a:t>
            </a:r>
            <a:endParaRPr kumimoji="1" lang="en-US" altLang="ja-JP" sz="1600" dirty="0">
              <a:solidFill>
                <a:schemeClr val="tx1"/>
              </a:solidFill>
            </a:endParaRPr>
          </a:p>
          <a:p>
            <a:r>
              <a:rPr kumimoji="1" lang="en-US" altLang="ja-JP" sz="1400" dirty="0">
                <a:solidFill>
                  <a:schemeClr val="tx1"/>
                </a:solidFill>
                <a:latin typeface="+mn-ea"/>
              </a:rPr>
              <a:t>g2254252</a:t>
            </a:r>
          </a:p>
          <a:p>
            <a:r>
              <a:rPr lang="ja-JP" altLang="en-US" sz="2000" b="0" i="0" u="none" strike="noStrike">
                <a:solidFill>
                  <a:schemeClr val="tx1"/>
                </a:solidFill>
                <a:effectLst/>
                <a:latin typeface="+mn-ea"/>
              </a:rPr>
              <a:t>中村綺大</a:t>
            </a:r>
            <a:r>
              <a:rPr lang="ja-JP" altLang="en-US" sz="2000" b="0" i="0">
                <a:solidFill>
                  <a:schemeClr val="tx1"/>
                </a:solidFill>
                <a:effectLst/>
                <a:latin typeface="+mn-ea"/>
              </a:rPr>
              <a:t>​</a:t>
            </a:r>
            <a:endParaRPr kumimoji="1" lang="en-US" altLang="ja-JP" sz="2000" dirty="0">
              <a:solidFill>
                <a:schemeClr val="tx1"/>
              </a:solidFill>
              <a:latin typeface="+mn-ea"/>
            </a:endParaRPr>
          </a:p>
        </p:txBody>
      </p:sp>
      <p:sp>
        <p:nvSpPr>
          <p:cNvPr id="5" name="スライド番号プレースホルダー 4">
            <a:extLst>
              <a:ext uri="{FF2B5EF4-FFF2-40B4-BE49-F238E27FC236}">
                <a16:creationId xmlns:a16="http://schemas.microsoft.com/office/drawing/2014/main" id="{9DEC2A91-A575-B746-8A8B-2A5B243C73B5}"/>
              </a:ext>
            </a:extLst>
          </p:cNvPr>
          <p:cNvSpPr>
            <a:spLocks noGrp="1"/>
          </p:cNvSpPr>
          <p:nvPr>
            <p:ph type="sldNum" sz="quarter" idx="12"/>
          </p:nvPr>
        </p:nvSpPr>
        <p:spPr/>
        <p:txBody>
          <a:bodyPr/>
          <a:lstStyle/>
          <a:p>
            <a:fld id="{D57F1E4F-1CFF-5643-939E-217C01CDF565}" type="slidenum">
              <a:rPr lang="en-US" smtClean="0"/>
              <a:pPr/>
              <a:t>1</a:t>
            </a:fld>
            <a:endParaRPr lang="en-US"/>
          </a:p>
        </p:txBody>
      </p:sp>
      <p:graphicFrame>
        <p:nvGraphicFramePr>
          <p:cNvPr id="4" name="オブジェクト 3"/>
          <p:cNvGraphicFramePr>
            <a:graphicFrameLocks noChangeAspect="1"/>
          </p:cNvGraphicFramePr>
          <p:nvPr>
            <p:extLst>
              <p:ext uri="{D42A27DB-BD31-4B8C-83A1-F6EECF244321}">
                <p14:modId xmlns:p14="http://schemas.microsoft.com/office/powerpoint/2010/main" val="544140329"/>
              </p:ext>
            </p:extLst>
          </p:nvPr>
        </p:nvGraphicFramePr>
        <p:xfrm>
          <a:off x="2933700" y="2514600"/>
          <a:ext cx="914400" cy="200025"/>
        </p:xfrm>
        <a:graphic>
          <a:graphicData uri="http://schemas.openxmlformats.org/presentationml/2006/ole">
            <mc:AlternateContent xmlns:mc="http://schemas.openxmlformats.org/markup-compatibility/2006">
              <mc:Choice xmlns:v="urn:schemas-microsoft-com:vml" Requires="v">
                <p:oleObj spid="_x0000_s2053" name="Equation" r:id="rId4" imgW="914400" imgH="200520" progId="Equation.DSMT4">
                  <p:embed/>
                </p:oleObj>
              </mc:Choice>
              <mc:Fallback>
                <p:oleObj name="Equation" r:id="rId4" imgW="914400" imgH="200520" progId="Equation.DSMT4">
                  <p:embed/>
                  <p:pic>
                    <p:nvPicPr>
                      <p:cNvPr id="4" name="オブジェクト 3"/>
                      <p:cNvPicPr/>
                      <p:nvPr/>
                    </p:nvPicPr>
                    <p:blipFill>
                      <a:blip r:embed="rId5"/>
                      <a:stretch>
                        <a:fillRect/>
                      </a:stretch>
                    </p:blipFill>
                    <p:spPr>
                      <a:xfrm>
                        <a:off x="2933700" y="2514600"/>
                        <a:ext cx="914400" cy="200025"/>
                      </a:xfrm>
                      <a:prstGeom prst="rect">
                        <a:avLst/>
                      </a:prstGeom>
                    </p:spPr>
                  </p:pic>
                </p:oleObj>
              </mc:Fallback>
            </mc:AlternateContent>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67CC1EE-11C9-354C-B7D2-87A976F58387}"/>
              </a:ext>
            </a:extLst>
          </p:cNvPr>
          <p:cNvSpPr>
            <a:spLocks noGrp="1"/>
          </p:cNvSpPr>
          <p:nvPr>
            <p:ph type="title"/>
          </p:nvPr>
        </p:nvSpPr>
        <p:spPr>
          <a:xfrm>
            <a:off x="628650" y="443512"/>
            <a:ext cx="7886700" cy="1325563"/>
          </a:xfrm>
        </p:spPr>
        <p:txBody>
          <a:bodyPr>
            <a:normAutofit/>
          </a:bodyPr>
          <a:lstStyle/>
          <a:p>
            <a:r>
              <a:rPr kumimoji="1" lang="ja-JP" altLang="en-US" sz="3600"/>
              <a:t>目次</a:t>
            </a:r>
          </a:p>
        </p:txBody>
      </p:sp>
      <p:sp>
        <p:nvSpPr>
          <p:cNvPr id="3" name="コンテンツ プレースホルダー 2">
            <a:extLst>
              <a:ext uri="{FF2B5EF4-FFF2-40B4-BE49-F238E27FC236}">
                <a16:creationId xmlns:a16="http://schemas.microsoft.com/office/drawing/2014/main" id="{30DF9A10-935A-E04E-BC81-560672B6621B}"/>
              </a:ext>
            </a:extLst>
          </p:cNvPr>
          <p:cNvSpPr>
            <a:spLocks noGrp="1"/>
          </p:cNvSpPr>
          <p:nvPr>
            <p:ph idx="1"/>
          </p:nvPr>
        </p:nvSpPr>
        <p:spPr>
          <a:xfrm>
            <a:off x="628650" y="1622851"/>
            <a:ext cx="7886700" cy="4085969"/>
          </a:xfrm>
        </p:spPr>
        <p:txBody>
          <a:bodyPr>
            <a:normAutofit/>
          </a:bodyPr>
          <a:lstStyle/>
          <a:p>
            <a:r>
              <a:rPr lang="ja-JP" altLang="en-US"/>
              <a:t>背景</a:t>
            </a:r>
            <a:endParaRPr kumimoji="1" lang="en-US" altLang="ja-JP" dirty="0"/>
          </a:p>
          <a:p>
            <a:r>
              <a:rPr lang="ja-JP" altLang="en-US"/>
              <a:t>問題点</a:t>
            </a:r>
            <a:endParaRPr lang="en-US" altLang="ja-JP" dirty="0"/>
          </a:p>
          <a:p>
            <a:r>
              <a:rPr lang="ja-JP" altLang="en-US"/>
              <a:t>研究目的</a:t>
            </a:r>
            <a:endParaRPr lang="en-US" altLang="ja-JP" dirty="0"/>
          </a:p>
          <a:p>
            <a:r>
              <a:rPr lang="ja-JP" altLang="en-US"/>
              <a:t>提案手法</a:t>
            </a:r>
            <a:endParaRPr lang="en-US" altLang="ja-JP" dirty="0"/>
          </a:p>
          <a:p>
            <a:r>
              <a:rPr kumimoji="1" lang="ja-JP" altLang="en-US"/>
              <a:t>実験</a:t>
            </a:r>
            <a:r>
              <a:rPr lang="ja-JP" altLang="en-US"/>
              <a:t>目的</a:t>
            </a:r>
            <a:endParaRPr kumimoji="1" lang="en-US" altLang="ja-JP" dirty="0"/>
          </a:p>
          <a:p>
            <a:r>
              <a:rPr lang="ja-JP" altLang="en-US"/>
              <a:t>実験概要</a:t>
            </a:r>
            <a:endParaRPr kumimoji="1" lang="en-US" altLang="ja-JP" dirty="0"/>
          </a:p>
          <a:p>
            <a:r>
              <a:rPr lang="ja-JP" altLang="en-US"/>
              <a:t>計測指標</a:t>
            </a:r>
            <a:endParaRPr kumimoji="1" lang="en-US" altLang="ja-JP" dirty="0"/>
          </a:p>
          <a:p>
            <a:r>
              <a:rPr lang="ja-JP" altLang="en-US"/>
              <a:t>実験結果</a:t>
            </a:r>
            <a:endParaRPr lang="en-US" altLang="ja-JP" dirty="0"/>
          </a:p>
          <a:p>
            <a:r>
              <a:rPr kumimoji="1" lang="ja-JP" altLang="en-US"/>
              <a:t>考察</a:t>
            </a:r>
            <a:endParaRPr kumimoji="1" lang="en-US" altLang="ja-JP" dirty="0"/>
          </a:p>
        </p:txBody>
      </p:sp>
      <p:sp>
        <p:nvSpPr>
          <p:cNvPr id="4" name="スライド番号プレースホルダー 3">
            <a:extLst>
              <a:ext uri="{FF2B5EF4-FFF2-40B4-BE49-F238E27FC236}">
                <a16:creationId xmlns:a16="http://schemas.microsoft.com/office/drawing/2014/main" id="{23720C07-DFA3-7244-83D2-6048EB0D0C93}"/>
              </a:ext>
            </a:extLst>
          </p:cNvPr>
          <p:cNvSpPr>
            <a:spLocks noGrp="1"/>
          </p:cNvSpPr>
          <p:nvPr>
            <p:ph type="sldNum" sz="quarter" idx="12"/>
          </p:nvPr>
        </p:nvSpPr>
        <p:spPr/>
        <p:txBody>
          <a:bodyPr/>
          <a:lstStyle/>
          <a:p>
            <a:fld id="{D57F1E4F-1CFF-5643-939E-217C01CDF565}" type="slidenum">
              <a:rPr lang="en-US" smtClean="0"/>
              <a:pPr/>
              <a:t>2</a:t>
            </a:fld>
            <a:endParaRPr lang="en-US"/>
          </a:p>
        </p:txBody>
      </p:sp>
    </p:spTree>
    <p:extLst>
      <p:ext uri="{BB962C8B-B14F-4D97-AF65-F5344CB8AC3E}">
        <p14:creationId xmlns:p14="http://schemas.microsoft.com/office/powerpoint/2010/main" val="2663601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EBD015-79D9-9E4D-91A9-5A83181964F6}"/>
              </a:ext>
            </a:extLst>
          </p:cNvPr>
          <p:cNvSpPr>
            <a:spLocks noGrp="1"/>
          </p:cNvSpPr>
          <p:nvPr>
            <p:ph type="title"/>
          </p:nvPr>
        </p:nvSpPr>
        <p:spPr>
          <a:xfrm>
            <a:off x="628650" y="292979"/>
            <a:ext cx="7886700" cy="1325563"/>
          </a:xfrm>
        </p:spPr>
        <p:txBody>
          <a:bodyPr>
            <a:normAutofit/>
          </a:bodyPr>
          <a:lstStyle/>
          <a:p>
            <a:r>
              <a:rPr kumimoji="1" lang="ja-JP" altLang="en-US" sz="3600"/>
              <a:t>背景</a:t>
            </a:r>
          </a:p>
        </p:txBody>
      </p:sp>
      <p:sp>
        <p:nvSpPr>
          <p:cNvPr id="3" name="コンテンツ プレースホルダー 2">
            <a:extLst>
              <a:ext uri="{FF2B5EF4-FFF2-40B4-BE49-F238E27FC236}">
                <a16:creationId xmlns:a16="http://schemas.microsoft.com/office/drawing/2014/main" id="{93820607-902D-A54B-BCFC-4ACF6C7AE438}"/>
              </a:ext>
            </a:extLst>
          </p:cNvPr>
          <p:cNvSpPr>
            <a:spLocks noGrp="1"/>
          </p:cNvSpPr>
          <p:nvPr>
            <p:ph idx="1"/>
          </p:nvPr>
        </p:nvSpPr>
        <p:spPr>
          <a:xfrm>
            <a:off x="628650" y="1618542"/>
            <a:ext cx="7886700" cy="3932538"/>
          </a:xfrm>
        </p:spPr>
        <p:txBody>
          <a:bodyPr>
            <a:normAutofit/>
          </a:bodyPr>
          <a:lstStyle/>
          <a:p>
            <a:r>
              <a:rPr kumimoji="1" lang="en-US" altLang="ja-JP" dirty="0"/>
              <a:t>VR/AR</a:t>
            </a:r>
            <a:r>
              <a:rPr kumimoji="1" lang="ja-JP" altLang="en-US"/>
              <a:t>技術の発展により直感的な学習が可能</a:t>
            </a:r>
            <a:endParaRPr kumimoji="1" lang="en-US" altLang="ja-JP" dirty="0"/>
          </a:p>
          <a:p>
            <a:pPr marL="0" indent="0">
              <a:buNone/>
            </a:pPr>
            <a:endParaRPr kumimoji="1" lang="en-US" altLang="ja-JP" dirty="0"/>
          </a:p>
          <a:p>
            <a:r>
              <a:rPr kumimoji="1" lang="ja-JP" altLang="en-US"/>
              <a:t>理科分野には理解が難しい三次元的内容が</a:t>
            </a:r>
            <a:r>
              <a:rPr lang="ja-JP" altLang="en-US"/>
              <a:t>含まれている</a:t>
            </a:r>
            <a:endParaRPr kumimoji="1" lang="en-US" altLang="ja-JP" dirty="0"/>
          </a:p>
          <a:p>
            <a:pPr marL="0" indent="0">
              <a:buNone/>
            </a:pPr>
            <a:endParaRPr kumimoji="1" lang="en-US" altLang="ja-JP" dirty="0"/>
          </a:p>
          <a:p>
            <a:r>
              <a:rPr kumimoji="1" lang="en-US" altLang="ja-JP" dirty="0"/>
              <a:t>VR/AR</a:t>
            </a:r>
            <a:r>
              <a:rPr kumimoji="1" lang="ja-JP" altLang="en-US"/>
              <a:t>による視覚的学習支援が有効</a:t>
            </a:r>
            <a:endParaRPr kumimoji="1" lang="en-US" altLang="ja-JP" dirty="0"/>
          </a:p>
          <a:p>
            <a:pPr marL="0" indent="0">
              <a:buNone/>
            </a:pPr>
            <a:endParaRPr kumimoji="1" lang="en-US" altLang="ja-JP" dirty="0"/>
          </a:p>
          <a:p>
            <a:pPr marL="0" indent="0">
              <a:buNone/>
            </a:pPr>
            <a:endParaRPr kumimoji="1" lang="en-US" altLang="ja-JP" dirty="0"/>
          </a:p>
          <a:p>
            <a:pPr marL="0" indent="0">
              <a:buNone/>
            </a:pPr>
            <a:endParaRPr lang="en-US" altLang="ja-JP" dirty="0"/>
          </a:p>
          <a:p>
            <a:pPr marL="0" indent="0">
              <a:buNone/>
            </a:pPr>
            <a:endParaRPr kumimoji="1" lang="ja-JP" altLang="en-US"/>
          </a:p>
        </p:txBody>
      </p:sp>
      <p:sp>
        <p:nvSpPr>
          <p:cNvPr id="12" name="スライド番号プレースホルダー 11">
            <a:extLst>
              <a:ext uri="{FF2B5EF4-FFF2-40B4-BE49-F238E27FC236}">
                <a16:creationId xmlns:a16="http://schemas.microsoft.com/office/drawing/2014/main" id="{6BB5C8C4-6815-9A4B-9DE2-D90DED488248}"/>
              </a:ext>
            </a:extLst>
          </p:cNvPr>
          <p:cNvSpPr>
            <a:spLocks noGrp="1"/>
          </p:cNvSpPr>
          <p:nvPr>
            <p:ph type="sldNum" sz="quarter" idx="12"/>
          </p:nvPr>
        </p:nvSpPr>
        <p:spPr/>
        <p:txBody>
          <a:bodyPr/>
          <a:lstStyle/>
          <a:p>
            <a:fld id="{D57F1E4F-1CFF-5643-939E-217C01CDF565}" type="slidenum">
              <a:rPr lang="en-US" smtClean="0"/>
              <a:pPr/>
              <a:t>3</a:t>
            </a:fld>
            <a:endParaRPr lang="en-US"/>
          </a:p>
        </p:txBody>
      </p:sp>
    </p:spTree>
    <p:extLst>
      <p:ext uri="{BB962C8B-B14F-4D97-AF65-F5344CB8AC3E}">
        <p14:creationId xmlns:p14="http://schemas.microsoft.com/office/powerpoint/2010/main" val="2218616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C7A8CF-476C-AE46-8396-FB2B879AF36E}"/>
              </a:ext>
            </a:extLst>
          </p:cNvPr>
          <p:cNvSpPr>
            <a:spLocks noGrp="1"/>
          </p:cNvSpPr>
          <p:nvPr>
            <p:ph type="title"/>
          </p:nvPr>
        </p:nvSpPr>
        <p:spPr>
          <a:xfrm>
            <a:off x="662631" y="136524"/>
            <a:ext cx="7886700" cy="1325563"/>
          </a:xfrm>
        </p:spPr>
        <p:txBody>
          <a:bodyPr>
            <a:normAutofit/>
          </a:bodyPr>
          <a:lstStyle/>
          <a:p>
            <a:r>
              <a:rPr kumimoji="1" lang="ja-JP" altLang="en-US" sz="3600"/>
              <a:t>問題点</a:t>
            </a:r>
          </a:p>
        </p:txBody>
      </p:sp>
      <p:sp>
        <p:nvSpPr>
          <p:cNvPr id="3" name="コンテンツ プレースホルダー 2">
            <a:extLst>
              <a:ext uri="{FF2B5EF4-FFF2-40B4-BE49-F238E27FC236}">
                <a16:creationId xmlns:a16="http://schemas.microsoft.com/office/drawing/2014/main" id="{6E21B519-081B-B641-99B9-743CF3B315A4}"/>
              </a:ext>
            </a:extLst>
          </p:cNvPr>
          <p:cNvSpPr>
            <a:spLocks noGrp="1"/>
          </p:cNvSpPr>
          <p:nvPr>
            <p:ph idx="1"/>
          </p:nvPr>
        </p:nvSpPr>
        <p:spPr>
          <a:xfrm>
            <a:off x="475735" y="1246833"/>
            <a:ext cx="8260492" cy="5292080"/>
          </a:xfrm>
        </p:spPr>
        <p:txBody>
          <a:bodyPr>
            <a:normAutofit/>
          </a:bodyPr>
          <a:lstStyle/>
          <a:p>
            <a:r>
              <a:rPr lang="en-US" altLang="ja-JP" sz="2000" dirty="0">
                <a:latin typeface="+mn-ea"/>
              </a:rPr>
              <a:t>VR/AR</a:t>
            </a:r>
            <a:r>
              <a:rPr lang="ja-JP" altLang="en-US" sz="2000">
                <a:latin typeface="+mn-ea"/>
              </a:rPr>
              <a:t>教材では複数学習者によるリアルタイム共有が有用である</a:t>
            </a:r>
            <a:endParaRPr lang="en-US" altLang="ja-JP" sz="2000" dirty="0">
              <a:latin typeface="+mn-ea"/>
            </a:endParaRPr>
          </a:p>
          <a:p>
            <a:pPr marL="0" indent="0">
              <a:buNone/>
            </a:pPr>
            <a:r>
              <a:rPr lang="en-US" altLang="ja-JP" sz="2000" dirty="0">
                <a:latin typeface="+mn-ea"/>
              </a:rPr>
              <a:t>	</a:t>
            </a:r>
            <a:r>
              <a:rPr lang="ja-JP" altLang="en-US" sz="2000">
                <a:latin typeface="+mn-ea"/>
              </a:rPr>
              <a:t>・</a:t>
            </a:r>
            <a:r>
              <a:rPr lang="ja-JP" altLang="en-US" sz="1800">
                <a:latin typeface="+mn-ea"/>
              </a:rPr>
              <a:t>高精細</a:t>
            </a:r>
            <a:r>
              <a:rPr lang="en-US" altLang="ja-JP" sz="1800" dirty="0">
                <a:latin typeface="+mn-ea"/>
              </a:rPr>
              <a:t>3D</a:t>
            </a:r>
            <a:r>
              <a:rPr lang="ja-JP" altLang="en-US" sz="1800">
                <a:latin typeface="+mn-ea"/>
              </a:rPr>
              <a:t>データにより通信遅延・通信量増大が発生</a:t>
            </a:r>
            <a:endParaRPr lang="en-US" altLang="ja-JP" sz="1800" dirty="0">
              <a:latin typeface="+mn-ea"/>
            </a:endParaRPr>
          </a:p>
          <a:p>
            <a:pPr marL="0" indent="0">
              <a:buNone/>
            </a:pPr>
            <a:endParaRPr lang="en-US" altLang="ja-JP" sz="2000" dirty="0">
              <a:latin typeface="+mn-ea"/>
            </a:endParaRPr>
          </a:p>
          <a:p>
            <a:r>
              <a:rPr lang="ja-JP" altLang="en-US" sz="2000" u="sng">
                <a:latin typeface="+mn-ea"/>
              </a:rPr>
              <a:t>必要な通信帯域・遅延要件が明確でない</a:t>
            </a:r>
            <a:endParaRPr lang="en-US" altLang="ja-JP" sz="2000" u="sng" dirty="0">
              <a:latin typeface="+mn-ea"/>
            </a:endParaRPr>
          </a:p>
          <a:p>
            <a:pPr marL="0" indent="0">
              <a:buNone/>
            </a:pPr>
            <a:endParaRPr lang="en-US" altLang="ja-JP" sz="2000" u="sng" dirty="0">
              <a:latin typeface="+mn-ea"/>
            </a:endParaRPr>
          </a:p>
          <a:p>
            <a:pPr marL="0" indent="0">
              <a:buNone/>
            </a:pPr>
            <a:endParaRPr lang="en-US" altLang="ja-JP" sz="2000" b="1" dirty="0"/>
          </a:p>
          <a:p>
            <a:pPr marL="0" indent="0">
              <a:buNone/>
            </a:pPr>
            <a:r>
              <a:rPr lang="en-US" altLang="ja-JP" sz="2000" b="1" dirty="0"/>
              <a:t>[</a:t>
            </a:r>
            <a:r>
              <a:rPr lang="ja-JP" altLang="en-US" sz="2000"/>
              <a:t>本研究の目的</a:t>
            </a:r>
            <a:r>
              <a:rPr lang="en-US" altLang="ja-JP" sz="2000" b="1" dirty="0"/>
              <a:t>]</a:t>
            </a:r>
          </a:p>
          <a:p>
            <a:r>
              <a:rPr lang="ja-JP" altLang="en-US" sz="2000" i="0" u="none" strike="noStrike">
                <a:solidFill>
                  <a:srgbClr val="000000"/>
                </a:solidFill>
                <a:effectLst/>
                <a:latin typeface="+mn-ea"/>
              </a:rPr>
              <a:t>理科教育で用いる </a:t>
            </a:r>
            <a:r>
              <a:rPr lang="en" altLang="ja-JP" sz="2000" i="0" u="none" strike="noStrike" dirty="0">
                <a:solidFill>
                  <a:srgbClr val="000000"/>
                </a:solidFill>
                <a:effectLst/>
                <a:latin typeface="+mn-ea"/>
              </a:rPr>
              <a:t>AR/VR </a:t>
            </a:r>
            <a:r>
              <a:rPr lang="ja-JP" altLang="en-US" sz="2000" i="0" u="none" strike="noStrike">
                <a:solidFill>
                  <a:srgbClr val="000000"/>
                </a:solidFill>
                <a:effectLst/>
                <a:latin typeface="+mn-ea"/>
              </a:rPr>
              <a:t>教材をリアルタイム共有するための</a:t>
            </a:r>
            <a:br>
              <a:rPr lang="ja-JP" altLang="en-US" sz="2000">
                <a:latin typeface="+mn-ea"/>
              </a:rPr>
            </a:br>
            <a:r>
              <a:rPr lang="ja-JP" altLang="en-US" sz="2000" i="0" u="none" strike="noStrike">
                <a:solidFill>
                  <a:srgbClr val="000000"/>
                </a:solidFill>
                <a:effectLst/>
                <a:latin typeface="+mn-ea"/>
              </a:rPr>
              <a:t>通信特性を明らかにする</a:t>
            </a:r>
            <a:endParaRPr lang="en-US" altLang="ja-JP" sz="2000" i="0" u="none" strike="noStrike" dirty="0">
              <a:solidFill>
                <a:srgbClr val="000000"/>
              </a:solidFill>
              <a:effectLst/>
              <a:latin typeface="+mn-ea"/>
            </a:endParaRPr>
          </a:p>
          <a:p>
            <a:pPr marL="0" indent="0">
              <a:buNone/>
            </a:pPr>
            <a:endParaRPr lang="en-US" altLang="ja-JP" sz="2000" dirty="0">
              <a:latin typeface="+mn-ea"/>
            </a:endParaRPr>
          </a:p>
          <a:p>
            <a:r>
              <a:rPr lang="ja-JP" altLang="en-US" sz="2000"/>
              <a:t>通信環境の変化がシステム動作に与える影響を評価する</a:t>
            </a:r>
            <a:endParaRPr lang="en-US" altLang="ja-JP" sz="2000" dirty="0"/>
          </a:p>
          <a:p>
            <a:pPr marL="0" indent="0">
              <a:buNone/>
            </a:pPr>
            <a:endParaRPr lang="en-US" altLang="ja-JP" sz="2000" dirty="0"/>
          </a:p>
          <a:p>
            <a:r>
              <a:rPr lang="ja-JP" altLang="en-US" sz="2000" i="0" u="none" strike="noStrike">
                <a:solidFill>
                  <a:srgbClr val="000000"/>
                </a:solidFill>
                <a:effectLst/>
                <a:latin typeface="-webkit-standard"/>
              </a:rPr>
              <a:t>教育現場での実運用に必要な</a:t>
            </a:r>
            <a:r>
              <a:rPr lang="ja-JP" altLang="en-US" sz="2000" i="0" u="none" strike="noStrike">
                <a:solidFill>
                  <a:srgbClr val="000000"/>
                </a:solidFill>
                <a:effectLst/>
              </a:rPr>
              <a:t>通信条件を明確化</a:t>
            </a:r>
            <a:endParaRPr lang="en-US" altLang="ja-JP" sz="2000" dirty="0"/>
          </a:p>
        </p:txBody>
      </p:sp>
      <p:sp>
        <p:nvSpPr>
          <p:cNvPr id="4" name="スライド番号プレースホルダー 3">
            <a:extLst>
              <a:ext uri="{FF2B5EF4-FFF2-40B4-BE49-F238E27FC236}">
                <a16:creationId xmlns:a16="http://schemas.microsoft.com/office/drawing/2014/main" id="{C33072E4-9DCD-EC4F-AF7D-7416DAEE55F5}"/>
              </a:ext>
            </a:extLst>
          </p:cNvPr>
          <p:cNvSpPr>
            <a:spLocks noGrp="1"/>
          </p:cNvSpPr>
          <p:nvPr>
            <p:ph type="sldNum" sz="quarter" idx="12"/>
          </p:nvPr>
        </p:nvSpPr>
        <p:spPr/>
        <p:txBody>
          <a:bodyPr/>
          <a:lstStyle/>
          <a:p>
            <a:fld id="{D57F1E4F-1CFF-5643-939E-217C01CDF565}" type="slidenum">
              <a:rPr lang="en-US" smtClean="0"/>
              <a:pPr/>
              <a:t>4</a:t>
            </a:fld>
            <a:endParaRPr lang="en-US"/>
          </a:p>
        </p:txBody>
      </p:sp>
    </p:spTree>
    <p:extLst>
      <p:ext uri="{BB962C8B-B14F-4D97-AF65-F5344CB8AC3E}">
        <p14:creationId xmlns:p14="http://schemas.microsoft.com/office/powerpoint/2010/main" val="1899755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60730C-12C2-0D41-AE6B-1B117F9D838D}"/>
              </a:ext>
            </a:extLst>
          </p:cNvPr>
          <p:cNvSpPr>
            <a:spLocks noGrp="1"/>
          </p:cNvSpPr>
          <p:nvPr>
            <p:ph type="title"/>
          </p:nvPr>
        </p:nvSpPr>
        <p:spPr>
          <a:xfrm>
            <a:off x="833308" y="136524"/>
            <a:ext cx="7200900" cy="1485900"/>
          </a:xfrm>
        </p:spPr>
        <p:txBody>
          <a:bodyPr>
            <a:normAutofit/>
          </a:bodyPr>
          <a:lstStyle/>
          <a:p>
            <a:r>
              <a:rPr kumimoji="1" lang="ja-JP" altLang="en-US" sz="3600"/>
              <a:t>提案手法</a:t>
            </a:r>
            <a:r>
              <a:rPr kumimoji="1" lang="en-US" altLang="ja-JP" sz="3600" dirty="0"/>
              <a:t>(1/3)</a:t>
            </a:r>
            <a:endParaRPr kumimoji="1" lang="ja-JP" altLang="en-US" sz="3600"/>
          </a:p>
        </p:txBody>
      </p:sp>
      <p:sp>
        <p:nvSpPr>
          <p:cNvPr id="3" name="コンテンツ プレースホルダー 2">
            <a:extLst>
              <a:ext uri="{FF2B5EF4-FFF2-40B4-BE49-F238E27FC236}">
                <a16:creationId xmlns:a16="http://schemas.microsoft.com/office/drawing/2014/main" id="{74F12149-E45A-FE44-99BF-DB5E5DD87EDF}"/>
              </a:ext>
            </a:extLst>
          </p:cNvPr>
          <p:cNvSpPr>
            <a:spLocks noGrp="1"/>
          </p:cNvSpPr>
          <p:nvPr>
            <p:ph idx="1"/>
          </p:nvPr>
        </p:nvSpPr>
        <p:spPr>
          <a:xfrm>
            <a:off x="490793" y="1312005"/>
            <a:ext cx="8162411" cy="5226908"/>
          </a:xfrm>
        </p:spPr>
        <p:txBody>
          <a:bodyPr>
            <a:normAutofit/>
          </a:bodyPr>
          <a:lstStyle/>
          <a:p>
            <a:r>
              <a:rPr lang="ja-JP" altLang="en-US" sz="2400">
                <a:solidFill>
                  <a:srgbClr val="000000"/>
                </a:solidFill>
                <a:latin typeface="-webkit-standard"/>
              </a:rPr>
              <a:t>概要</a:t>
            </a:r>
            <a:endParaRPr lang="en-US" altLang="ja-JP" sz="2400" b="0" i="0" u="none" strike="noStrike" dirty="0">
              <a:solidFill>
                <a:srgbClr val="000000"/>
              </a:solidFill>
              <a:effectLst/>
              <a:latin typeface="-webkit-standard"/>
            </a:endParaRPr>
          </a:p>
          <a:p>
            <a:pPr marL="0" indent="0">
              <a:buNone/>
            </a:pPr>
            <a:r>
              <a:rPr lang="ja-JP" altLang="en-US" sz="2000" i="0" u="none" strike="noStrike">
                <a:solidFill>
                  <a:srgbClr val="000000"/>
                </a:solidFill>
                <a:effectLst/>
                <a:latin typeface="+mn-ea"/>
              </a:rPr>
              <a:t>本研究では、</a:t>
            </a:r>
            <a:r>
              <a:rPr lang="ja-JP" altLang="en-US" sz="2000">
                <a:effectLst/>
                <a:latin typeface="+mn-ea"/>
              </a:rPr>
              <a:t>教師が操作する教師用端末、送信された情報を受け取る生徒用端末、データの仲介を行うメッセージブローカで構成</a:t>
            </a:r>
            <a:r>
              <a:rPr lang="ja-JP" altLang="en-US" sz="2000">
                <a:latin typeface="+mn-ea"/>
              </a:rPr>
              <a:t>される</a:t>
            </a:r>
            <a:r>
              <a:rPr lang="ja-JP" altLang="en-US" sz="1800">
                <a:effectLst/>
                <a:latin typeface="HaranoAjiMincho-Regular-Identity-H"/>
              </a:rPr>
              <a:t>。 </a:t>
            </a:r>
            <a:endParaRPr lang="en-US" altLang="ja-JP" sz="2000" i="0" u="none" strike="noStrike" dirty="0">
              <a:solidFill>
                <a:srgbClr val="000000"/>
              </a:solidFill>
              <a:effectLst/>
              <a:latin typeface="+mn-ea"/>
            </a:endParaRPr>
          </a:p>
          <a:p>
            <a:pPr marL="0" indent="0">
              <a:buNone/>
            </a:pPr>
            <a:endParaRPr kumimoji="1" lang="en-US" altLang="ja-JP" sz="2000" dirty="0">
              <a:solidFill>
                <a:srgbClr val="000000"/>
              </a:solidFill>
              <a:latin typeface="+mn-ea"/>
            </a:endParaRPr>
          </a:p>
          <a:p>
            <a:r>
              <a:rPr kumimoji="1" lang="ja-JP" altLang="en-US" sz="2400">
                <a:latin typeface="+mn-ea"/>
              </a:rPr>
              <a:t>システム概要</a:t>
            </a:r>
            <a:endParaRPr kumimoji="1" lang="en-US" altLang="ja-JP" sz="2400" dirty="0">
              <a:latin typeface="+mn-ea"/>
            </a:endParaRPr>
          </a:p>
          <a:p>
            <a:pPr marL="0" indent="0">
              <a:buNone/>
            </a:pPr>
            <a:r>
              <a:rPr lang="ja-JP" altLang="en-US" sz="2000">
                <a:latin typeface="+mn-ea"/>
              </a:rPr>
              <a:t>・</a:t>
            </a:r>
            <a:r>
              <a:rPr lang="ja-JP" altLang="en-US" sz="2000" i="0" u="none" strike="noStrike">
                <a:solidFill>
                  <a:srgbClr val="000000"/>
                </a:solidFill>
                <a:effectLst/>
              </a:rPr>
              <a:t>教師端末</a:t>
            </a:r>
            <a:r>
              <a:rPr lang="ja-JP" altLang="en-US" sz="2000" i="0" u="none" strike="noStrike">
                <a:solidFill>
                  <a:srgbClr val="000000"/>
                </a:solidFill>
                <a:effectLst/>
                <a:latin typeface="-webkit-standard"/>
              </a:rPr>
              <a:t>と</a:t>
            </a:r>
            <a:r>
              <a:rPr lang="ja-JP" altLang="en-US" sz="2000" i="0" u="none" strike="noStrike">
                <a:solidFill>
                  <a:srgbClr val="000000"/>
                </a:solidFill>
                <a:effectLst/>
              </a:rPr>
              <a:t>生徒端末</a:t>
            </a:r>
            <a:r>
              <a:rPr lang="ja-JP" altLang="en-US" sz="2000" i="0" u="none" strike="noStrike">
                <a:solidFill>
                  <a:srgbClr val="000000"/>
                </a:solidFill>
                <a:effectLst/>
                <a:latin typeface="-webkit-standard"/>
              </a:rPr>
              <a:t>間で教材データをリアルタイムに同期</a:t>
            </a:r>
            <a:endParaRPr lang="en-US" altLang="ja-JP" sz="2000" i="0" u="none" strike="noStrike" dirty="0">
              <a:solidFill>
                <a:srgbClr val="000000"/>
              </a:solidFill>
              <a:effectLst/>
              <a:latin typeface="-webkit-standard"/>
            </a:endParaRPr>
          </a:p>
          <a:p>
            <a:pPr marL="0" indent="0">
              <a:buNone/>
            </a:pPr>
            <a:r>
              <a:rPr kumimoji="1" lang="ja-JP" altLang="en-US" sz="2000">
                <a:latin typeface="+mn-ea"/>
              </a:rPr>
              <a:t>・</a:t>
            </a:r>
            <a:r>
              <a:rPr lang="en" altLang="ja-JP" sz="2000" i="0" u="none" strike="noStrike" dirty="0">
                <a:solidFill>
                  <a:srgbClr val="000000"/>
                </a:solidFill>
                <a:effectLst/>
                <a:latin typeface="+mn-ea"/>
              </a:rPr>
              <a:t>Pub/Sub </a:t>
            </a:r>
            <a:r>
              <a:rPr lang="ja-JP" altLang="en-US" sz="2000" i="0" u="none" strike="noStrike">
                <a:solidFill>
                  <a:srgbClr val="000000"/>
                </a:solidFill>
                <a:effectLst/>
                <a:latin typeface="+mn-ea"/>
              </a:rPr>
              <a:t>型通信モデルを採用し、端末間を疎結合に構成</a:t>
            </a:r>
            <a:endParaRPr kumimoji="1" lang="en-US" altLang="ja-JP" sz="2000" dirty="0">
              <a:latin typeface="+mn-ea"/>
            </a:endParaRPr>
          </a:p>
          <a:p>
            <a:pPr marL="0" indent="0">
              <a:buNone/>
            </a:pPr>
            <a:endParaRPr kumimoji="1" lang="en-US" altLang="ja-JP" sz="2800" dirty="0"/>
          </a:p>
          <a:p>
            <a:pPr marL="0" indent="0">
              <a:buNone/>
            </a:pPr>
            <a:endParaRPr lang="en-US" altLang="ja-JP" sz="2800" dirty="0"/>
          </a:p>
          <a:p>
            <a:pPr marL="0" indent="0">
              <a:buNone/>
            </a:pPr>
            <a:endParaRPr kumimoji="1" lang="en-US" altLang="ja-JP" sz="2800" dirty="0"/>
          </a:p>
          <a:p>
            <a:pPr marL="0" indent="0">
              <a:buNone/>
            </a:pPr>
            <a:endParaRPr lang="en-US" altLang="ja-JP" sz="2800" dirty="0"/>
          </a:p>
        </p:txBody>
      </p:sp>
      <p:sp>
        <p:nvSpPr>
          <p:cNvPr id="6" name="スライド番号プレースホルダー 5">
            <a:extLst>
              <a:ext uri="{FF2B5EF4-FFF2-40B4-BE49-F238E27FC236}">
                <a16:creationId xmlns:a16="http://schemas.microsoft.com/office/drawing/2014/main" id="{745E3EC5-955D-214B-867F-8ED1940E2ED3}"/>
              </a:ext>
            </a:extLst>
          </p:cNvPr>
          <p:cNvSpPr>
            <a:spLocks noGrp="1"/>
          </p:cNvSpPr>
          <p:nvPr>
            <p:ph type="sldNum" sz="quarter" idx="12"/>
          </p:nvPr>
        </p:nvSpPr>
        <p:spPr/>
        <p:txBody>
          <a:bodyPr/>
          <a:lstStyle/>
          <a:p>
            <a:fld id="{D57F1E4F-1CFF-5643-939E-217C01CDF565}" type="slidenum">
              <a:rPr lang="en-US" smtClean="0"/>
              <a:pPr/>
              <a:t>5</a:t>
            </a:fld>
            <a:endParaRPr lang="en-US"/>
          </a:p>
        </p:txBody>
      </p:sp>
      <p:pic>
        <p:nvPicPr>
          <p:cNvPr id="5" name="図 4" descr="グラフィカル ユーザー インターフェイス, テキスト, アプリケーション, チャットまたはテキスト メッセージ&#10;&#10;自動的に生成された説明">
            <a:extLst>
              <a:ext uri="{FF2B5EF4-FFF2-40B4-BE49-F238E27FC236}">
                <a16:creationId xmlns:a16="http://schemas.microsoft.com/office/drawing/2014/main" id="{D6353D3A-A4ED-A642-966F-D050918A0A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3517" y="4672625"/>
            <a:ext cx="7396965" cy="1485900"/>
          </a:xfrm>
          <a:prstGeom prst="rect">
            <a:avLst/>
          </a:prstGeom>
        </p:spPr>
      </p:pic>
    </p:spTree>
    <p:extLst>
      <p:ext uri="{BB962C8B-B14F-4D97-AF65-F5344CB8AC3E}">
        <p14:creationId xmlns:p14="http://schemas.microsoft.com/office/powerpoint/2010/main" val="1067520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000ACF3-EC31-EF4D-A2A7-5D3A9B999FB7}"/>
              </a:ext>
            </a:extLst>
          </p:cNvPr>
          <p:cNvSpPr>
            <a:spLocks noGrp="1"/>
          </p:cNvSpPr>
          <p:nvPr>
            <p:ph type="title"/>
          </p:nvPr>
        </p:nvSpPr>
        <p:spPr>
          <a:xfrm>
            <a:off x="961509" y="371903"/>
            <a:ext cx="7220981" cy="694555"/>
          </a:xfrm>
        </p:spPr>
        <p:txBody>
          <a:bodyPr>
            <a:noAutofit/>
          </a:bodyPr>
          <a:lstStyle/>
          <a:p>
            <a:r>
              <a:rPr kumimoji="1" lang="ja-JP" altLang="en-US" sz="3600"/>
              <a:t>提案手法</a:t>
            </a:r>
            <a:r>
              <a:rPr kumimoji="1" lang="en-US" altLang="ja-JP" sz="3600" dirty="0"/>
              <a:t>(2/3)</a:t>
            </a:r>
            <a:endParaRPr kumimoji="1" lang="ja-JP" altLang="en-US" sz="3600"/>
          </a:p>
        </p:txBody>
      </p:sp>
      <p:sp>
        <p:nvSpPr>
          <p:cNvPr id="3" name="コンテンツ プレースホルダー 2">
            <a:extLst>
              <a:ext uri="{FF2B5EF4-FFF2-40B4-BE49-F238E27FC236}">
                <a16:creationId xmlns:a16="http://schemas.microsoft.com/office/drawing/2014/main" id="{17FB361A-FF61-4641-924F-C742E2CA51F7}"/>
              </a:ext>
            </a:extLst>
          </p:cNvPr>
          <p:cNvSpPr>
            <a:spLocks noGrp="1"/>
          </p:cNvSpPr>
          <p:nvPr>
            <p:ph idx="1"/>
          </p:nvPr>
        </p:nvSpPr>
        <p:spPr>
          <a:xfrm>
            <a:off x="356028" y="1203583"/>
            <a:ext cx="8431942" cy="5152768"/>
          </a:xfrm>
        </p:spPr>
        <p:txBody>
          <a:bodyPr>
            <a:normAutofit/>
          </a:bodyPr>
          <a:lstStyle/>
          <a:p>
            <a:r>
              <a:rPr kumimoji="1" lang="ja-JP" altLang="en-US" sz="2800"/>
              <a:t>開発環境・使用ツール</a:t>
            </a:r>
            <a:endParaRPr kumimoji="1" lang="en-US" altLang="ja-JP" sz="2800" dirty="0"/>
          </a:p>
          <a:p>
            <a:pPr marL="0" indent="0">
              <a:buNone/>
            </a:pPr>
            <a:r>
              <a:rPr lang="en-US" altLang="ja-JP" sz="2400" u="sng" dirty="0"/>
              <a:t>1. Unity</a:t>
            </a:r>
          </a:p>
          <a:p>
            <a:pPr marL="0" indent="0">
              <a:buNone/>
            </a:pPr>
            <a:r>
              <a:rPr lang="ja-JP" altLang="en-US" sz="2000"/>
              <a:t>・</a:t>
            </a:r>
            <a:r>
              <a:rPr lang="en-US" altLang="ja-JP" sz="2000" b="0" i="0" u="none" strike="noStrike" dirty="0">
                <a:solidFill>
                  <a:srgbClr val="000000"/>
                </a:solidFill>
                <a:effectLst/>
                <a:latin typeface="+mn-ea"/>
              </a:rPr>
              <a:t>3</a:t>
            </a:r>
            <a:r>
              <a:rPr lang="ja-JP" altLang="en-US" sz="2000" b="0" i="0" u="none" strike="noStrike">
                <a:solidFill>
                  <a:srgbClr val="000000"/>
                </a:solidFill>
                <a:effectLst/>
                <a:latin typeface="+mn-ea"/>
              </a:rPr>
              <a:t>次元教材</a:t>
            </a:r>
            <a:r>
              <a:rPr lang="en-US" altLang="ja-JP" sz="2000" b="0" i="0" u="none" strike="noStrike" dirty="0">
                <a:solidFill>
                  <a:srgbClr val="000000"/>
                </a:solidFill>
                <a:effectLst/>
                <a:latin typeface="+mn-ea"/>
              </a:rPr>
              <a:t>(</a:t>
            </a:r>
            <a:r>
              <a:rPr lang="ja-JP" altLang="en-US" sz="2000" b="0" i="0" u="none" strike="noStrike">
                <a:solidFill>
                  <a:srgbClr val="000000"/>
                </a:solidFill>
                <a:effectLst/>
                <a:latin typeface="+mn-ea"/>
              </a:rPr>
              <a:t>天体の運動</a:t>
            </a:r>
            <a:r>
              <a:rPr lang="en-US" altLang="ja-JP" sz="2000" b="0" i="0" u="none" strike="noStrike" dirty="0">
                <a:solidFill>
                  <a:srgbClr val="000000"/>
                </a:solidFill>
                <a:effectLst/>
                <a:latin typeface="+mn-ea"/>
              </a:rPr>
              <a:t>)</a:t>
            </a:r>
            <a:r>
              <a:rPr lang="ja-JP" altLang="en-US" sz="2000" b="0" i="0" u="none" strike="noStrike">
                <a:solidFill>
                  <a:srgbClr val="000000"/>
                </a:solidFill>
                <a:effectLst/>
                <a:latin typeface="+mn-ea"/>
              </a:rPr>
              <a:t>を構築</a:t>
            </a:r>
            <a:endParaRPr lang="en-US" altLang="ja-JP" sz="2000" b="0" i="0" u="none" strike="noStrike" dirty="0">
              <a:solidFill>
                <a:srgbClr val="000000"/>
              </a:solidFill>
              <a:effectLst/>
              <a:latin typeface="+mn-ea"/>
            </a:endParaRPr>
          </a:p>
          <a:p>
            <a:pPr marL="0" indent="0">
              <a:buNone/>
            </a:pPr>
            <a:endParaRPr lang="en-US" altLang="ja-JP" sz="2000" b="0" i="0" u="none" strike="noStrike" dirty="0">
              <a:solidFill>
                <a:srgbClr val="000000"/>
              </a:solidFill>
              <a:effectLst/>
              <a:latin typeface="+mn-ea"/>
            </a:endParaRPr>
          </a:p>
          <a:p>
            <a:pPr marL="0" indent="0">
              <a:buNone/>
            </a:pPr>
            <a:r>
              <a:rPr lang="ja-JP" altLang="en-US" sz="2000">
                <a:solidFill>
                  <a:srgbClr val="000000"/>
                </a:solidFill>
                <a:latin typeface="+mn-ea"/>
              </a:rPr>
              <a:t>・クロスプラットフォーム開発が可能</a:t>
            </a:r>
            <a:endParaRPr lang="en-US" altLang="ja-JP" sz="2000" dirty="0">
              <a:solidFill>
                <a:srgbClr val="000000"/>
              </a:solidFill>
              <a:latin typeface="+mn-ea"/>
            </a:endParaRPr>
          </a:p>
          <a:p>
            <a:pPr marL="0" indent="0">
              <a:buNone/>
            </a:pPr>
            <a:endParaRPr lang="en-US" altLang="ja-JP" sz="2000" dirty="0">
              <a:solidFill>
                <a:srgbClr val="000000"/>
              </a:solidFill>
              <a:latin typeface="+mn-ea"/>
            </a:endParaRPr>
          </a:p>
          <a:p>
            <a:pPr marL="0" indent="0">
              <a:buNone/>
            </a:pPr>
            <a:r>
              <a:rPr lang="ja-JP" altLang="en-US" sz="2000">
                <a:latin typeface="+mn-ea"/>
              </a:rPr>
              <a:t>・</a:t>
            </a:r>
            <a:r>
              <a:rPr lang="en-US" altLang="ja-JP" sz="2000" dirty="0">
                <a:latin typeface="+mn-ea"/>
              </a:rPr>
              <a:t>VR/AR</a:t>
            </a:r>
            <a:r>
              <a:rPr lang="ja-JP" altLang="en-US" sz="2000">
                <a:latin typeface="+mn-ea"/>
              </a:rPr>
              <a:t>機器への実装が容易</a:t>
            </a:r>
            <a:endParaRPr lang="en-US" altLang="ja-JP" sz="2000" dirty="0">
              <a:latin typeface="+mn-ea"/>
            </a:endParaRPr>
          </a:p>
        </p:txBody>
      </p:sp>
      <p:sp>
        <p:nvSpPr>
          <p:cNvPr id="5" name="スライド番号プレースホルダー 4">
            <a:extLst>
              <a:ext uri="{FF2B5EF4-FFF2-40B4-BE49-F238E27FC236}">
                <a16:creationId xmlns:a16="http://schemas.microsoft.com/office/drawing/2014/main" id="{63FD42DD-2E57-684E-B49A-50FEDDB1592E}"/>
              </a:ext>
            </a:extLst>
          </p:cNvPr>
          <p:cNvSpPr>
            <a:spLocks noGrp="1"/>
          </p:cNvSpPr>
          <p:nvPr>
            <p:ph type="sldNum" sz="quarter" idx="12"/>
          </p:nvPr>
        </p:nvSpPr>
        <p:spPr/>
        <p:txBody>
          <a:bodyPr/>
          <a:lstStyle/>
          <a:p>
            <a:fld id="{D57F1E4F-1CFF-5643-939E-217C01CDF565}" type="slidenum">
              <a:rPr lang="en-US" smtClean="0"/>
              <a:pPr/>
              <a:t>6</a:t>
            </a:fld>
            <a:endParaRPr lang="en-US"/>
          </a:p>
        </p:txBody>
      </p:sp>
      <p:pic>
        <p:nvPicPr>
          <p:cNvPr id="7" name="図 6" descr="コンピューターのスクリーンショット&#10;&#10;自動的に生成された説明">
            <a:extLst>
              <a:ext uri="{FF2B5EF4-FFF2-40B4-BE49-F238E27FC236}">
                <a16:creationId xmlns:a16="http://schemas.microsoft.com/office/drawing/2014/main" id="{980BC569-F848-D84C-A829-6E022B6C87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9227" y="4065374"/>
            <a:ext cx="6465543" cy="2473540"/>
          </a:xfrm>
          <a:prstGeom prst="rect">
            <a:avLst/>
          </a:prstGeom>
        </p:spPr>
      </p:pic>
    </p:spTree>
    <p:extLst>
      <p:ext uri="{BB962C8B-B14F-4D97-AF65-F5344CB8AC3E}">
        <p14:creationId xmlns:p14="http://schemas.microsoft.com/office/powerpoint/2010/main" val="2900647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000ACF3-EC31-EF4D-A2A7-5D3A9B999FB7}"/>
              </a:ext>
            </a:extLst>
          </p:cNvPr>
          <p:cNvSpPr>
            <a:spLocks noGrp="1"/>
          </p:cNvSpPr>
          <p:nvPr>
            <p:ph type="title"/>
          </p:nvPr>
        </p:nvSpPr>
        <p:spPr>
          <a:xfrm>
            <a:off x="971550" y="371903"/>
            <a:ext cx="7200900" cy="525162"/>
          </a:xfrm>
        </p:spPr>
        <p:txBody>
          <a:bodyPr>
            <a:noAutofit/>
          </a:bodyPr>
          <a:lstStyle/>
          <a:p>
            <a:r>
              <a:rPr kumimoji="1" lang="ja-JP" altLang="en-US" sz="3600"/>
              <a:t>提案手法</a:t>
            </a:r>
            <a:r>
              <a:rPr kumimoji="1" lang="en-US" altLang="ja-JP" sz="3600" dirty="0"/>
              <a:t>(3/3)</a:t>
            </a:r>
            <a:endParaRPr kumimoji="1" lang="ja-JP" altLang="en-US" sz="3600"/>
          </a:p>
        </p:txBody>
      </p:sp>
      <p:sp>
        <p:nvSpPr>
          <p:cNvPr id="3" name="コンテンツ プレースホルダー 2">
            <a:extLst>
              <a:ext uri="{FF2B5EF4-FFF2-40B4-BE49-F238E27FC236}">
                <a16:creationId xmlns:a16="http://schemas.microsoft.com/office/drawing/2014/main" id="{17FB361A-FF61-4641-924F-C742E2CA51F7}"/>
              </a:ext>
            </a:extLst>
          </p:cNvPr>
          <p:cNvSpPr>
            <a:spLocks noGrp="1"/>
          </p:cNvSpPr>
          <p:nvPr>
            <p:ph idx="1"/>
          </p:nvPr>
        </p:nvSpPr>
        <p:spPr>
          <a:xfrm>
            <a:off x="356029" y="1203583"/>
            <a:ext cx="8431942" cy="5152768"/>
          </a:xfrm>
        </p:spPr>
        <p:txBody>
          <a:bodyPr>
            <a:normAutofit/>
          </a:bodyPr>
          <a:lstStyle/>
          <a:p>
            <a:r>
              <a:rPr kumimoji="1" lang="ja-JP" altLang="en-US" sz="2800"/>
              <a:t>開発環境・使用ツール</a:t>
            </a:r>
            <a:endParaRPr kumimoji="1" lang="en-US" altLang="ja-JP" sz="2800" dirty="0"/>
          </a:p>
          <a:p>
            <a:pPr marL="0" indent="0">
              <a:buNone/>
            </a:pPr>
            <a:r>
              <a:rPr lang="en-US" altLang="ja-JP" sz="2400" u="sng" dirty="0"/>
              <a:t>2. MQTT</a:t>
            </a:r>
          </a:p>
          <a:p>
            <a:pPr marL="0" indent="0">
              <a:buNone/>
            </a:pPr>
            <a:r>
              <a:rPr lang="ja-JP" altLang="en-US" sz="2000"/>
              <a:t>・軽量なリアルタイム通信プロトコル</a:t>
            </a:r>
            <a:endParaRPr lang="en-US" altLang="ja-JP" sz="2000" dirty="0"/>
          </a:p>
          <a:p>
            <a:pPr marL="0" indent="0">
              <a:buNone/>
            </a:pPr>
            <a:endParaRPr lang="en-US" altLang="ja-JP" sz="2000" b="0" i="0" u="none" strike="noStrike" dirty="0">
              <a:solidFill>
                <a:srgbClr val="000000"/>
              </a:solidFill>
              <a:effectLst/>
              <a:latin typeface="+mn-ea"/>
            </a:endParaRPr>
          </a:p>
          <a:p>
            <a:pPr marL="0" indent="0">
              <a:buNone/>
            </a:pPr>
            <a:r>
              <a:rPr lang="ja-JP" altLang="en-US" sz="2000">
                <a:solidFill>
                  <a:srgbClr val="000000"/>
                </a:solidFill>
                <a:latin typeface="+mn-ea"/>
              </a:rPr>
              <a:t>・送信データは</a:t>
            </a:r>
            <a:r>
              <a:rPr lang="en-US" altLang="ja-JP" sz="2000" dirty="0">
                <a:solidFill>
                  <a:srgbClr val="000000"/>
                </a:solidFill>
                <a:latin typeface="+mn-ea"/>
              </a:rPr>
              <a:t>JSON</a:t>
            </a:r>
            <a:r>
              <a:rPr lang="ja-JP" altLang="en-US" sz="2000">
                <a:solidFill>
                  <a:srgbClr val="000000"/>
                </a:solidFill>
                <a:latin typeface="+mn-ea"/>
              </a:rPr>
              <a:t>形式</a:t>
            </a:r>
            <a:endParaRPr lang="en-US" altLang="ja-JP" sz="2000" dirty="0">
              <a:solidFill>
                <a:srgbClr val="000000"/>
              </a:solidFill>
              <a:latin typeface="+mn-ea"/>
            </a:endParaRPr>
          </a:p>
          <a:p>
            <a:pPr marL="0" indent="0">
              <a:buNone/>
            </a:pPr>
            <a:endParaRPr lang="en-US" altLang="ja-JP" sz="2000" dirty="0">
              <a:solidFill>
                <a:srgbClr val="000000"/>
              </a:solidFill>
              <a:latin typeface="+mn-ea"/>
            </a:endParaRPr>
          </a:p>
          <a:p>
            <a:pPr marL="0" indent="0">
              <a:buNone/>
            </a:pPr>
            <a:r>
              <a:rPr lang="ja-JP" altLang="en-US" sz="2000">
                <a:latin typeface="+mn-ea"/>
              </a:rPr>
              <a:t>・低帯域環境でも動作可能</a:t>
            </a:r>
            <a:endParaRPr lang="en-US" altLang="ja-JP" sz="2000" dirty="0">
              <a:latin typeface="+mn-ea"/>
            </a:endParaRPr>
          </a:p>
          <a:p>
            <a:pPr marL="0" indent="0">
              <a:buNone/>
            </a:pPr>
            <a:endParaRPr lang="en-US" altLang="ja-JP" sz="2000" dirty="0">
              <a:latin typeface="+mn-ea"/>
            </a:endParaRPr>
          </a:p>
          <a:p>
            <a:pPr marL="0" indent="0">
              <a:buNone/>
            </a:pPr>
            <a:r>
              <a:rPr lang="en-US" altLang="ja-JP" sz="2400" u="sng" dirty="0"/>
              <a:t>3. </a:t>
            </a:r>
            <a:r>
              <a:rPr lang="en-US" altLang="ja-JP" sz="2400" u="sng" dirty="0" err="1"/>
              <a:t>Mosquitto</a:t>
            </a:r>
            <a:endParaRPr lang="en-US" altLang="ja-JP" sz="2400" u="sng" dirty="0"/>
          </a:p>
          <a:p>
            <a:pPr marL="0" indent="0">
              <a:buNone/>
            </a:pPr>
            <a:r>
              <a:rPr lang="ja-JP" altLang="en-US" sz="2000"/>
              <a:t>・</a:t>
            </a:r>
            <a:r>
              <a:rPr lang="en-US" altLang="ja-JP" sz="2000" dirty="0"/>
              <a:t>MQTT</a:t>
            </a:r>
            <a:r>
              <a:rPr lang="ja-JP" altLang="en-US" sz="2000"/>
              <a:t>のメッセージブローカ</a:t>
            </a:r>
            <a:endParaRPr lang="en-US" altLang="ja-JP" sz="2000" dirty="0"/>
          </a:p>
          <a:p>
            <a:pPr marL="0" indent="0">
              <a:buNone/>
            </a:pPr>
            <a:endParaRPr lang="en-US" altLang="ja-JP" sz="2000" dirty="0"/>
          </a:p>
          <a:p>
            <a:pPr marL="0" indent="0">
              <a:buNone/>
            </a:pPr>
            <a:r>
              <a:rPr lang="ja-JP" altLang="en-US" sz="2000"/>
              <a:t>・教材データのリアルタイム中継を担当</a:t>
            </a:r>
            <a:endParaRPr lang="en-US" altLang="ja-JP" sz="2000" dirty="0"/>
          </a:p>
          <a:p>
            <a:pPr marL="0" indent="0">
              <a:buNone/>
            </a:pPr>
            <a:endParaRPr lang="en-US" altLang="ja-JP" sz="2000" dirty="0">
              <a:latin typeface="+mn-ea"/>
            </a:endParaRPr>
          </a:p>
        </p:txBody>
      </p:sp>
      <p:sp>
        <p:nvSpPr>
          <p:cNvPr id="5" name="スライド番号プレースホルダー 4">
            <a:extLst>
              <a:ext uri="{FF2B5EF4-FFF2-40B4-BE49-F238E27FC236}">
                <a16:creationId xmlns:a16="http://schemas.microsoft.com/office/drawing/2014/main" id="{63FD42DD-2E57-684E-B49A-50FEDDB1592E}"/>
              </a:ext>
            </a:extLst>
          </p:cNvPr>
          <p:cNvSpPr>
            <a:spLocks noGrp="1"/>
          </p:cNvSpPr>
          <p:nvPr>
            <p:ph type="sldNum" sz="quarter" idx="12"/>
          </p:nvPr>
        </p:nvSpPr>
        <p:spPr/>
        <p:txBody>
          <a:bodyPr/>
          <a:lstStyle/>
          <a:p>
            <a:fld id="{D57F1E4F-1CFF-5643-939E-217C01CDF565}" type="slidenum">
              <a:rPr lang="en-US" smtClean="0"/>
              <a:pPr/>
              <a:t>7</a:t>
            </a:fld>
            <a:endParaRPr lang="en-US"/>
          </a:p>
        </p:txBody>
      </p:sp>
    </p:spTree>
    <p:extLst>
      <p:ext uri="{BB962C8B-B14F-4D97-AF65-F5344CB8AC3E}">
        <p14:creationId xmlns:p14="http://schemas.microsoft.com/office/powerpoint/2010/main" val="2101777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BADC14D-A28F-114C-8AAB-AC1A3ED70618}"/>
              </a:ext>
            </a:extLst>
          </p:cNvPr>
          <p:cNvSpPr>
            <a:spLocks noGrp="1"/>
          </p:cNvSpPr>
          <p:nvPr>
            <p:ph type="title"/>
          </p:nvPr>
        </p:nvSpPr>
        <p:spPr>
          <a:xfrm>
            <a:off x="971548" y="243274"/>
            <a:ext cx="7200900" cy="673443"/>
          </a:xfrm>
        </p:spPr>
        <p:txBody>
          <a:bodyPr>
            <a:normAutofit/>
          </a:bodyPr>
          <a:lstStyle/>
          <a:p>
            <a:r>
              <a:rPr kumimoji="1" lang="ja-JP" altLang="en-US" sz="3600"/>
              <a:t>実験概要</a:t>
            </a:r>
          </a:p>
        </p:txBody>
      </p:sp>
      <p:sp>
        <p:nvSpPr>
          <p:cNvPr id="3" name="コンテンツ プレースホルダー 2">
            <a:extLst>
              <a:ext uri="{FF2B5EF4-FFF2-40B4-BE49-F238E27FC236}">
                <a16:creationId xmlns:a16="http://schemas.microsoft.com/office/drawing/2014/main" id="{990D8A72-8FC8-1F46-881E-D4D1A25602CB}"/>
              </a:ext>
            </a:extLst>
          </p:cNvPr>
          <p:cNvSpPr>
            <a:spLocks noGrp="1"/>
          </p:cNvSpPr>
          <p:nvPr>
            <p:ph idx="1"/>
          </p:nvPr>
        </p:nvSpPr>
        <p:spPr>
          <a:xfrm>
            <a:off x="316640" y="1143000"/>
            <a:ext cx="8510717" cy="5284231"/>
          </a:xfrm>
        </p:spPr>
        <p:txBody>
          <a:bodyPr>
            <a:normAutofit/>
          </a:bodyPr>
          <a:lstStyle/>
          <a:p>
            <a:r>
              <a:rPr lang="ja-JP" altLang="en-US" sz="2000">
                <a:effectLst/>
                <a:latin typeface="+mn-ea"/>
              </a:rPr>
              <a:t>教師側と生徒側の </a:t>
            </a:r>
            <a:r>
              <a:rPr lang="en" altLang="ja-JP" sz="2000" dirty="0">
                <a:effectLst/>
                <a:latin typeface="+mn-ea"/>
              </a:rPr>
              <a:t>PC </a:t>
            </a:r>
            <a:r>
              <a:rPr lang="ja-JP" altLang="en-US" sz="2000">
                <a:effectLst/>
                <a:latin typeface="+mn-ea"/>
              </a:rPr>
              <a:t>間で三次元オブジェクトの状態をリアルタイムに同期するシステムを構築 </a:t>
            </a:r>
            <a:endParaRPr lang="en-US" altLang="ja-JP" sz="2000" dirty="0">
              <a:effectLst/>
              <a:latin typeface="+mn-ea"/>
            </a:endParaRPr>
          </a:p>
          <a:p>
            <a:pPr marL="0" indent="0">
              <a:buNone/>
            </a:pPr>
            <a:endParaRPr lang="en-US" altLang="ja-JP" sz="2000" dirty="0">
              <a:latin typeface="+mn-ea"/>
            </a:endParaRPr>
          </a:p>
          <a:p>
            <a:r>
              <a:rPr lang="ja-JP" altLang="en-US" sz="2000">
                <a:effectLst/>
                <a:latin typeface="+mn-ea"/>
              </a:rPr>
              <a:t>通信方式に</a:t>
            </a:r>
            <a:r>
              <a:rPr lang="en-US" altLang="ja-JP" sz="2000" dirty="0">
                <a:effectLst/>
                <a:latin typeface="+mn-ea"/>
              </a:rPr>
              <a:t>WebSocket</a:t>
            </a:r>
            <a:r>
              <a:rPr lang="ja-JP" altLang="en-US" sz="2000">
                <a:effectLst/>
                <a:latin typeface="+mn-ea"/>
              </a:rPr>
              <a:t>を使用</a:t>
            </a:r>
            <a:endParaRPr lang="en-US" altLang="ja-JP" sz="2000" dirty="0">
              <a:effectLst/>
              <a:latin typeface="+mn-ea"/>
            </a:endParaRPr>
          </a:p>
          <a:p>
            <a:pPr marL="0" indent="0">
              <a:buNone/>
            </a:pPr>
            <a:r>
              <a:rPr lang="en-US" altLang="ja-JP" sz="2000" dirty="0">
                <a:latin typeface="+mn-ea"/>
              </a:rPr>
              <a:t>	</a:t>
            </a:r>
            <a:r>
              <a:rPr lang="ja-JP" altLang="en-US" sz="1800">
                <a:latin typeface="+mn-ea"/>
              </a:rPr>
              <a:t>・</a:t>
            </a:r>
            <a:r>
              <a:rPr lang="en-US" altLang="ja-JP" sz="1800" dirty="0">
                <a:latin typeface="+mn-ea"/>
              </a:rPr>
              <a:t>3</a:t>
            </a:r>
            <a:r>
              <a:rPr lang="ja-JP" altLang="en-US" sz="1800">
                <a:latin typeface="+mn-ea"/>
              </a:rPr>
              <a:t>次元オブジェクト</a:t>
            </a:r>
            <a:r>
              <a:rPr lang="en-US" altLang="ja-JP" sz="1800" dirty="0">
                <a:latin typeface="+mn-ea"/>
              </a:rPr>
              <a:t>(</a:t>
            </a:r>
            <a:r>
              <a:rPr lang="ja-JP" altLang="en-US" sz="1800">
                <a:latin typeface="+mn-ea"/>
              </a:rPr>
              <a:t>地球、月</a:t>
            </a:r>
            <a:r>
              <a:rPr lang="en-US" altLang="ja-JP" sz="1800" dirty="0">
                <a:latin typeface="+mn-ea"/>
              </a:rPr>
              <a:t>...</a:t>
            </a:r>
            <a:r>
              <a:rPr lang="en-US" altLang="ja-JP" sz="1800" dirty="0" err="1">
                <a:latin typeface="+mn-ea"/>
              </a:rPr>
              <a:t>etc</a:t>
            </a:r>
            <a:r>
              <a:rPr lang="en-US" altLang="ja-JP" sz="1800" dirty="0">
                <a:latin typeface="+mn-ea"/>
              </a:rPr>
              <a:t>)</a:t>
            </a:r>
            <a:r>
              <a:rPr lang="ja-JP" altLang="en-US" sz="1800">
                <a:latin typeface="+mn-ea"/>
              </a:rPr>
              <a:t>の位置・回転情報を</a:t>
            </a:r>
            <a:r>
              <a:rPr lang="en-US" altLang="ja-JP" sz="1800" dirty="0">
                <a:latin typeface="+mn-ea"/>
              </a:rPr>
              <a:t>JSON</a:t>
            </a:r>
            <a:r>
              <a:rPr lang="ja-JP" altLang="en-US" sz="1800">
                <a:latin typeface="+mn-ea"/>
              </a:rPr>
              <a:t>形式で送信</a:t>
            </a:r>
            <a:endParaRPr lang="en-US" altLang="ja-JP" sz="1800" dirty="0">
              <a:latin typeface="+mn-ea"/>
            </a:endParaRPr>
          </a:p>
          <a:p>
            <a:pPr marL="0" indent="0">
              <a:buNone/>
            </a:pPr>
            <a:endParaRPr lang="en-US" altLang="ja-JP" sz="2000" dirty="0">
              <a:latin typeface="+mn-ea"/>
            </a:endParaRPr>
          </a:p>
          <a:p>
            <a:r>
              <a:rPr lang="ja-JP" altLang="en-US" sz="2000">
                <a:latin typeface="+mn-ea"/>
              </a:rPr>
              <a:t>本実験は</a:t>
            </a:r>
            <a:r>
              <a:rPr lang="en-US" altLang="ja-JP" sz="2000" dirty="0">
                <a:latin typeface="+mn-ea"/>
              </a:rPr>
              <a:t>1</a:t>
            </a:r>
            <a:r>
              <a:rPr lang="ja-JP" altLang="en-US" sz="2000">
                <a:effectLst/>
                <a:latin typeface="+mn-ea"/>
              </a:rPr>
              <a:t>対</a:t>
            </a:r>
            <a:r>
              <a:rPr lang="en-US" altLang="ja-JP" sz="2000" dirty="0">
                <a:effectLst/>
                <a:latin typeface="+mn-ea"/>
              </a:rPr>
              <a:t>1</a:t>
            </a:r>
            <a:r>
              <a:rPr lang="ja-JP" altLang="en-US" sz="2000">
                <a:effectLst/>
                <a:latin typeface="+mn-ea"/>
              </a:rPr>
              <a:t>通信</a:t>
            </a:r>
            <a:r>
              <a:rPr lang="en-US" altLang="ja-JP" sz="2000" dirty="0">
                <a:effectLst/>
                <a:latin typeface="+mn-ea"/>
              </a:rPr>
              <a:t>(</a:t>
            </a:r>
            <a:r>
              <a:rPr lang="ja-JP" altLang="en-US" sz="2000">
                <a:effectLst/>
                <a:latin typeface="+mn-ea"/>
              </a:rPr>
              <a:t>教師</a:t>
            </a:r>
            <a:r>
              <a:rPr lang="en-US" altLang="ja-JP" sz="2000" dirty="0">
                <a:effectLst/>
                <a:latin typeface="+mn-ea"/>
              </a:rPr>
              <a:t>1</a:t>
            </a:r>
            <a:r>
              <a:rPr lang="ja-JP" altLang="en-US" sz="2000">
                <a:effectLst/>
                <a:latin typeface="+mn-ea"/>
              </a:rPr>
              <a:t>名・生徒</a:t>
            </a:r>
            <a:r>
              <a:rPr lang="en-US" altLang="ja-JP" sz="2000" dirty="0">
                <a:effectLst/>
                <a:latin typeface="+mn-ea"/>
              </a:rPr>
              <a:t>1</a:t>
            </a:r>
            <a:r>
              <a:rPr lang="ja-JP" altLang="en-US" sz="2000">
                <a:effectLst/>
                <a:latin typeface="+mn-ea"/>
              </a:rPr>
              <a:t>名</a:t>
            </a:r>
            <a:r>
              <a:rPr lang="en-US" altLang="ja-JP" sz="2000" dirty="0">
                <a:effectLst/>
                <a:latin typeface="+mn-ea"/>
              </a:rPr>
              <a:t>)</a:t>
            </a:r>
            <a:r>
              <a:rPr lang="ja-JP" altLang="en-US" sz="2000">
                <a:effectLst/>
                <a:latin typeface="+mn-ea"/>
              </a:rPr>
              <a:t>で行った。</a:t>
            </a:r>
            <a:endParaRPr lang="en-US" altLang="ja-JP" sz="2000" dirty="0">
              <a:effectLst/>
              <a:latin typeface="+mn-ea"/>
            </a:endParaRPr>
          </a:p>
          <a:p>
            <a:pPr marL="0" indent="0">
              <a:buNone/>
            </a:pPr>
            <a:r>
              <a:rPr lang="en-US" altLang="ja-JP" sz="2000" dirty="0">
                <a:latin typeface="+mn-ea"/>
              </a:rPr>
              <a:t>	</a:t>
            </a:r>
            <a:r>
              <a:rPr lang="ja-JP" altLang="en-US" sz="1800">
                <a:latin typeface="+mn-ea"/>
              </a:rPr>
              <a:t>・</a:t>
            </a:r>
            <a:r>
              <a:rPr lang="ja-JP" altLang="en-US" sz="1800">
                <a:effectLst/>
                <a:latin typeface="+mn-ea"/>
              </a:rPr>
              <a:t>ブローカとして、</a:t>
            </a:r>
            <a:r>
              <a:rPr lang="en" altLang="ja-JP" sz="1800" dirty="0" err="1">
                <a:effectLst/>
                <a:latin typeface="+mn-ea"/>
              </a:rPr>
              <a:t>Mosquitto</a:t>
            </a:r>
            <a:r>
              <a:rPr lang="ja-JP" altLang="en-US" sz="1800">
                <a:effectLst/>
                <a:latin typeface="+mn-ea"/>
              </a:rPr>
              <a:t>サーバである</a:t>
            </a:r>
            <a:r>
              <a:rPr lang="en-US" altLang="ja-JP" sz="1800" dirty="0">
                <a:effectLst/>
                <a:latin typeface="+mn-ea"/>
              </a:rPr>
              <a:t>’</a:t>
            </a:r>
            <a:r>
              <a:rPr lang="en" altLang="ja-JP" sz="1800" dirty="0" err="1">
                <a:effectLst/>
                <a:latin typeface="+mn-ea"/>
              </a:rPr>
              <a:t>test.mosquitto.org</a:t>
            </a:r>
            <a:r>
              <a:rPr lang="en" altLang="ja-JP" sz="1800" dirty="0">
                <a:latin typeface="+mn-ea"/>
              </a:rPr>
              <a:t>‘</a:t>
            </a:r>
            <a:r>
              <a:rPr lang="ja-JP" altLang="en-US" sz="1800">
                <a:effectLst/>
                <a:latin typeface="+mn-ea"/>
              </a:rPr>
              <a:t>を使用 </a:t>
            </a:r>
            <a:endParaRPr lang="en-US" altLang="ja-JP" sz="1800" dirty="0">
              <a:effectLst/>
              <a:latin typeface="+mn-ea"/>
            </a:endParaRPr>
          </a:p>
          <a:p>
            <a:endParaRPr lang="ja-JP" altLang="en-US" sz="2000">
              <a:latin typeface="+mn-ea"/>
            </a:endParaRPr>
          </a:p>
          <a:p>
            <a:endParaRPr kumimoji="1" lang="ja-JP" altLang="en-US" sz="2000"/>
          </a:p>
        </p:txBody>
      </p:sp>
      <p:sp>
        <p:nvSpPr>
          <p:cNvPr id="4" name="スライド番号プレースホルダー 3">
            <a:extLst>
              <a:ext uri="{FF2B5EF4-FFF2-40B4-BE49-F238E27FC236}">
                <a16:creationId xmlns:a16="http://schemas.microsoft.com/office/drawing/2014/main" id="{51C128B6-9BFD-E444-9342-50CC643B56FC}"/>
              </a:ext>
            </a:extLst>
          </p:cNvPr>
          <p:cNvSpPr>
            <a:spLocks noGrp="1"/>
          </p:cNvSpPr>
          <p:nvPr>
            <p:ph type="sldNum" sz="quarter" idx="12"/>
          </p:nvPr>
        </p:nvSpPr>
        <p:spPr/>
        <p:txBody>
          <a:bodyPr/>
          <a:lstStyle/>
          <a:p>
            <a:fld id="{D57F1E4F-1CFF-5643-939E-217C01CDF565}" type="slidenum">
              <a:rPr lang="en-US" smtClean="0"/>
              <a:pPr/>
              <a:t>8</a:t>
            </a:fld>
            <a:endParaRPr lang="en-US"/>
          </a:p>
        </p:txBody>
      </p:sp>
      <p:pic>
        <p:nvPicPr>
          <p:cNvPr id="6" name="図 5" descr="グラフィカル ユーザー インターフェイス, テキスト, アプリケーション, チャットまたはテキスト メッセージ&#10;&#10;自動的に生成された説明">
            <a:extLst>
              <a:ext uri="{FF2B5EF4-FFF2-40B4-BE49-F238E27FC236}">
                <a16:creationId xmlns:a16="http://schemas.microsoft.com/office/drawing/2014/main" id="{A790815E-923E-7D45-9097-D0A5F375F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549" y="4228118"/>
            <a:ext cx="7200900" cy="2199113"/>
          </a:xfrm>
          <a:prstGeom prst="rect">
            <a:avLst/>
          </a:prstGeom>
        </p:spPr>
      </p:pic>
    </p:spTree>
    <p:extLst>
      <p:ext uri="{BB962C8B-B14F-4D97-AF65-F5344CB8AC3E}">
        <p14:creationId xmlns:p14="http://schemas.microsoft.com/office/powerpoint/2010/main" val="3255445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73A917-7C27-8F47-BBB4-90F3D525225A}"/>
              </a:ext>
            </a:extLst>
          </p:cNvPr>
          <p:cNvSpPr>
            <a:spLocks noGrp="1"/>
          </p:cNvSpPr>
          <p:nvPr>
            <p:ph type="title"/>
          </p:nvPr>
        </p:nvSpPr>
        <p:spPr>
          <a:xfrm>
            <a:off x="971550" y="503027"/>
            <a:ext cx="7200900" cy="611659"/>
          </a:xfrm>
        </p:spPr>
        <p:txBody>
          <a:bodyPr>
            <a:normAutofit/>
          </a:bodyPr>
          <a:lstStyle/>
          <a:p>
            <a:r>
              <a:rPr kumimoji="1" lang="ja-JP" altLang="en-US" sz="3600">
                <a:latin typeface="+mj-ea"/>
              </a:rPr>
              <a:t>実験</a:t>
            </a:r>
            <a:r>
              <a:rPr lang="ja-JP" altLang="en-US" sz="3600">
                <a:latin typeface="+mj-ea"/>
              </a:rPr>
              <a:t>目的</a:t>
            </a:r>
            <a:endParaRPr kumimoji="1" lang="ja-JP" altLang="en-US" sz="3600">
              <a:latin typeface="+mj-ea"/>
            </a:endParaRPr>
          </a:p>
        </p:txBody>
      </p:sp>
      <p:sp>
        <p:nvSpPr>
          <p:cNvPr id="3" name="コンテンツ プレースホルダー 2">
            <a:extLst>
              <a:ext uri="{FF2B5EF4-FFF2-40B4-BE49-F238E27FC236}">
                <a16:creationId xmlns:a16="http://schemas.microsoft.com/office/drawing/2014/main" id="{5F35335B-99E6-DB4E-9560-06D83419F51C}"/>
              </a:ext>
            </a:extLst>
          </p:cNvPr>
          <p:cNvSpPr>
            <a:spLocks noGrp="1"/>
          </p:cNvSpPr>
          <p:nvPr>
            <p:ph idx="1"/>
          </p:nvPr>
        </p:nvSpPr>
        <p:spPr>
          <a:xfrm>
            <a:off x="284206" y="1456898"/>
            <a:ext cx="8575588" cy="5264578"/>
          </a:xfrm>
        </p:spPr>
        <p:txBody>
          <a:bodyPr>
            <a:normAutofit/>
          </a:bodyPr>
          <a:lstStyle/>
          <a:p>
            <a:r>
              <a:rPr lang="ja-JP" altLang="en-US" sz="2400">
                <a:latin typeface="+mn-ea"/>
              </a:rPr>
              <a:t>この同期システムにおいて以下を明らかにすることを目的とする。</a:t>
            </a:r>
            <a:endParaRPr lang="en-US" altLang="ja-JP" sz="2400" dirty="0">
              <a:latin typeface="+mn-ea"/>
            </a:endParaRPr>
          </a:p>
          <a:p>
            <a:pPr marL="0" indent="0">
              <a:buNone/>
            </a:pPr>
            <a:endParaRPr lang="en-US" altLang="ja-JP" sz="2400" dirty="0">
              <a:latin typeface="+mn-ea"/>
            </a:endParaRPr>
          </a:p>
          <a:p>
            <a:pPr marL="0" indent="0">
              <a:buNone/>
            </a:pPr>
            <a:r>
              <a:rPr lang="ja-JP" altLang="en-US" sz="2000"/>
              <a:t>　・</a:t>
            </a:r>
            <a:r>
              <a:rPr lang="ja-JP" altLang="en-US" sz="2000" u="sng"/>
              <a:t>オペレーションに必要な通信データ量</a:t>
            </a:r>
            <a:r>
              <a:rPr lang="en-US" altLang="ja-JP" sz="2000" u="sng" dirty="0"/>
              <a:t>(</a:t>
            </a:r>
            <a:r>
              <a:rPr lang="ja-JP" altLang="en-US" sz="2000" u="sng"/>
              <a:t>帯域幅</a:t>
            </a:r>
            <a:r>
              <a:rPr lang="en-US" altLang="ja-JP" sz="2000" u="sng" dirty="0"/>
              <a:t>)</a:t>
            </a:r>
          </a:p>
          <a:p>
            <a:pPr marL="0" indent="0">
              <a:buNone/>
            </a:pPr>
            <a:endParaRPr lang="en-US" altLang="ja-JP" sz="2000" dirty="0"/>
          </a:p>
          <a:p>
            <a:pPr marL="0" indent="0">
              <a:buNone/>
            </a:pPr>
            <a:r>
              <a:rPr lang="ja-JP" altLang="en-US" sz="2000"/>
              <a:t>　・</a:t>
            </a:r>
            <a:r>
              <a:rPr lang="ja-JP" altLang="en-US" sz="2000" u="sng"/>
              <a:t>操作頻度の違いによる通信遅延の変化</a:t>
            </a:r>
            <a:endParaRPr lang="en-US" altLang="ja-JP" sz="2000" u="sng" dirty="0"/>
          </a:p>
          <a:p>
            <a:pPr marL="0" indent="0">
              <a:buNone/>
            </a:pPr>
            <a:endParaRPr lang="en-US" altLang="ja-JP" sz="2000" dirty="0"/>
          </a:p>
          <a:p>
            <a:pPr marL="0" indent="0">
              <a:buNone/>
            </a:pPr>
            <a:endParaRPr lang="en-US" altLang="ja-JP" sz="1800" dirty="0"/>
          </a:p>
          <a:p>
            <a:pPr marL="0" indent="0">
              <a:buNone/>
            </a:pPr>
            <a:r>
              <a:rPr lang="ja-JP" altLang="en-US" sz="1800"/>
              <a:t>　　なお、操作頻度は「</a:t>
            </a:r>
            <a:r>
              <a:rPr lang="en-US" altLang="ja-JP" sz="1800" dirty="0"/>
              <a:t>1</a:t>
            </a:r>
            <a:r>
              <a:rPr lang="ja-JP" altLang="en-US" sz="1800"/>
              <a:t>秒あたりの送信回数</a:t>
            </a:r>
            <a:r>
              <a:rPr lang="en-US" altLang="ja-JP" sz="1800" dirty="0"/>
              <a:t>(operations</a:t>
            </a:r>
            <a:r>
              <a:rPr lang="ja-JP" altLang="en-US" sz="1800"/>
              <a:t> </a:t>
            </a:r>
            <a:r>
              <a:rPr lang="en-US" altLang="ja-JP" sz="1800" dirty="0"/>
              <a:t>per second)</a:t>
            </a:r>
            <a:r>
              <a:rPr lang="ja-JP" altLang="en-US" sz="1800"/>
              <a:t>」と定義</a:t>
            </a:r>
            <a:endParaRPr lang="en-US" altLang="ja-JP" sz="1800" dirty="0"/>
          </a:p>
          <a:p>
            <a:pPr marL="0" indent="0">
              <a:buNone/>
            </a:pPr>
            <a:r>
              <a:rPr lang="ja-JP" altLang="en-US" sz="1800"/>
              <a:t>　　本実験では　操作頻度</a:t>
            </a:r>
            <a:r>
              <a:rPr lang="en-US" altLang="ja-JP" sz="1800" dirty="0"/>
              <a:t>(Send Interval) = 1 / Ops/Sec</a:t>
            </a:r>
            <a:r>
              <a:rPr lang="ja-JP" altLang="en-US" sz="1800"/>
              <a:t>　とした。</a:t>
            </a:r>
            <a:endParaRPr lang="en-US" altLang="ja-JP" sz="1800" dirty="0"/>
          </a:p>
          <a:p>
            <a:pPr marL="0" indent="0">
              <a:buNone/>
            </a:pPr>
            <a:endParaRPr lang="en-US" altLang="ja-JP" sz="1800" dirty="0"/>
          </a:p>
          <a:p>
            <a:pPr marL="0" indent="0">
              <a:buNone/>
            </a:pPr>
            <a:endParaRPr lang="en-US" altLang="ja-JP" sz="1800" dirty="0"/>
          </a:p>
          <a:p>
            <a:pPr marL="0" indent="0">
              <a:buNone/>
            </a:pPr>
            <a:r>
              <a:rPr lang="ja-JP" altLang="en-US" sz="1800"/>
              <a:t>　・低頻度</a:t>
            </a:r>
            <a:r>
              <a:rPr lang="en-US" altLang="ja-JP" sz="1800" dirty="0"/>
              <a:t>(5 ops/sec)</a:t>
            </a:r>
            <a:r>
              <a:rPr lang="ja-JP" altLang="en-US" sz="1800"/>
              <a:t>、及び高頻度</a:t>
            </a:r>
            <a:r>
              <a:rPr lang="en-US" altLang="ja-JP" sz="1800" dirty="0"/>
              <a:t>(30 ops/sec)</a:t>
            </a:r>
            <a:r>
              <a:rPr lang="ja-JP" altLang="en-US" sz="1800"/>
              <a:t>の</a:t>
            </a:r>
            <a:r>
              <a:rPr lang="en-US" altLang="ja-JP" sz="1800" dirty="0"/>
              <a:t>2</a:t>
            </a:r>
            <a:r>
              <a:rPr lang="ja-JP" altLang="en-US" sz="1800"/>
              <a:t>条件で比較を行った。</a:t>
            </a:r>
            <a:endParaRPr lang="en-US" altLang="ja-JP" sz="1800" dirty="0"/>
          </a:p>
          <a:p>
            <a:pPr marL="0" indent="0">
              <a:buNone/>
            </a:pPr>
            <a:r>
              <a:rPr lang="en-US" altLang="ja-JP" sz="1800" dirty="0"/>
              <a:t>	(</a:t>
            </a:r>
            <a:r>
              <a:rPr lang="ja-JP" altLang="en-US" sz="1800"/>
              <a:t>動画撮る</a:t>
            </a:r>
            <a:r>
              <a:rPr lang="en-US" altLang="ja-JP" sz="1800" dirty="0"/>
              <a:t>)</a:t>
            </a:r>
          </a:p>
          <a:p>
            <a:pPr marL="0" indent="0">
              <a:buNone/>
            </a:pPr>
            <a:endParaRPr lang="en-US" altLang="ja-JP" sz="1800" u="sng" dirty="0"/>
          </a:p>
          <a:p>
            <a:pPr marL="0" indent="0">
              <a:buNone/>
            </a:pPr>
            <a:endParaRPr lang="en-US" altLang="ja-JP" sz="1800" u="sng" dirty="0"/>
          </a:p>
        </p:txBody>
      </p:sp>
      <p:sp>
        <p:nvSpPr>
          <p:cNvPr id="4" name="スライド番号プレースホルダー 3">
            <a:extLst>
              <a:ext uri="{FF2B5EF4-FFF2-40B4-BE49-F238E27FC236}">
                <a16:creationId xmlns:a16="http://schemas.microsoft.com/office/drawing/2014/main" id="{E378D3EE-CEC6-654F-B7CC-B853965E2ABE}"/>
              </a:ext>
            </a:extLst>
          </p:cNvPr>
          <p:cNvSpPr>
            <a:spLocks noGrp="1"/>
          </p:cNvSpPr>
          <p:nvPr>
            <p:ph type="sldNum" sz="quarter" idx="12"/>
          </p:nvPr>
        </p:nvSpPr>
        <p:spPr/>
        <p:txBody>
          <a:bodyPr/>
          <a:lstStyle/>
          <a:p>
            <a:fld id="{D57F1E4F-1CFF-5643-939E-217C01CDF565}" type="slidenum">
              <a:rPr lang="en-US" smtClean="0"/>
              <a:pPr/>
              <a:t>9</a:t>
            </a:fld>
            <a:endParaRPr lang="en-US"/>
          </a:p>
        </p:txBody>
      </p:sp>
      <p:pic>
        <p:nvPicPr>
          <p:cNvPr id="6" name="図 5" descr="グラフィカル ユーザー インターフェイス, アプリケーション, チャットまたはテキスト メッセージ&#10;&#10;自動的に生成された説明">
            <a:extLst>
              <a:ext uri="{FF2B5EF4-FFF2-40B4-BE49-F238E27FC236}">
                <a16:creationId xmlns:a16="http://schemas.microsoft.com/office/drawing/2014/main" id="{BC879531-590D-E545-B847-7814C2FBC2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8450" y="5225878"/>
            <a:ext cx="3467100" cy="533400"/>
          </a:xfrm>
          <a:prstGeom prst="rect">
            <a:avLst/>
          </a:prstGeom>
        </p:spPr>
      </p:pic>
    </p:spTree>
    <p:extLst>
      <p:ext uri="{BB962C8B-B14F-4D97-AF65-F5344CB8AC3E}">
        <p14:creationId xmlns:p14="http://schemas.microsoft.com/office/powerpoint/2010/main" val="713585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776C18-53AA-4149-8DFB-D7419AC029A8}"/>
              </a:ext>
            </a:extLst>
          </p:cNvPr>
          <p:cNvSpPr>
            <a:spLocks noGrp="1"/>
          </p:cNvSpPr>
          <p:nvPr>
            <p:ph type="title"/>
          </p:nvPr>
        </p:nvSpPr>
        <p:spPr>
          <a:xfrm>
            <a:off x="640618" y="253324"/>
            <a:ext cx="7862759" cy="973866"/>
          </a:xfrm>
        </p:spPr>
        <p:txBody>
          <a:bodyPr>
            <a:normAutofit/>
          </a:bodyPr>
          <a:lstStyle/>
          <a:p>
            <a:r>
              <a:rPr lang="ja-JP" altLang="en-US" sz="3600"/>
              <a:t>計測指標</a:t>
            </a:r>
            <a:r>
              <a:rPr lang="en-US" altLang="ja-JP" sz="3600" dirty="0"/>
              <a:t>(1/2)</a:t>
            </a:r>
            <a:endParaRPr kumimoji="1" lang="ja-JP" altLang="en-US" sz="3600"/>
          </a:p>
        </p:txBody>
      </p:sp>
      <p:sp>
        <p:nvSpPr>
          <p:cNvPr id="3" name="コンテンツ プレースホルダー 2">
            <a:extLst>
              <a:ext uri="{FF2B5EF4-FFF2-40B4-BE49-F238E27FC236}">
                <a16:creationId xmlns:a16="http://schemas.microsoft.com/office/drawing/2014/main" id="{C664DE6B-91E4-3C44-A0CC-639DF7B892EF}"/>
              </a:ext>
            </a:extLst>
          </p:cNvPr>
          <p:cNvSpPr>
            <a:spLocks noGrp="1"/>
          </p:cNvSpPr>
          <p:nvPr>
            <p:ph idx="1"/>
          </p:nvPr>
        </p:nvSpPr>
        <p:spPr>
          <a:xfrm>
            <a:off x="314706" y="1057619"/>
            <a:ext cx="8514581" cy="5130843"/>
          </a:xfrm>
        </p:spPr>
        <p:txBody>
          <a:bodyPr>
            <a:normAutofit/>
          </a:bodyPr>
          <a:lstStyle/>
          <a:p>
            <a:r>
              <a:rPr kumimoji="1" lang="ja-JP" altLang="en-US" sz="2400" u="sng"/>
              <a:t>帯域幅</a:t>
            </a:r>
            <a:endParaRPr kumimoji="1" lang="en-US" altLang="ja-JP" sz="2400" u="sng" dirty="0"/>
          </a:p>
          <a:p>
            <a:pPr marL="0" indent="0">
              <a:buNone/>
            </a:pPr>
            <a:r>
              <a:rPr lang="ja-JP" altLang="en-US" sz="2000"/>
              <a:t>帯域幅</a:t>
            </a:r>
            <a:r>
              <a:rPr lang="en-US" altLang="ja-JP" sz="2000" dirty="0"/>
              <a:t> = 1</a:t>
            </a:r>
            <a:r>
              <a:rPr lang="ja-JP" altLang="en-US" sz="2000"/>
              <a:t>回の送信で送られるデータ量</a:t>
            </a:r>
            <a:r>
              <a:rPr lang="en-US" altLang="ja-JP" sz="2000" dirty="0"/>
              <a:t> × 1</a:t>
            </a:r>
            <a:r>
              <a:rPr lang="ja-JP" altLang="en-US" sz="2000"/>
              <a:t>秒間に送信される回数</a:t>
            </a:r>
            <a:endParaRPr lang="en-US" altLang="ja-JP" sz="2000" dirty="0"/>
          </a:p>
          <a:p>
            <a:pPr marL="0" indent="0">
              <a:buNone/>
            </a:pPr>
            <a:endParaRPr kumimoji="1" lang="en-US" altLang="ja-JP" sz="2000" dirty="0"/>
          </a:p>
          <a:p>
            <a:pPr marL="0" indent="0">
              <a:buNone/>
            </a:pPr>
            <a:endParaRPr lang="en-US" altLang="ja-JP" sz="2000" dirty="0"/>
          </a:p>
          <a:p>
            <a:pPr marL="0" indent="0">
              <a:buNone/>
            </a:pPr>
            <a:r>
              <a:rPr kumimoji="1" lang="ja-JP" altLang="en-US" sz="2000"/>
              <a:t>本実験では文字列データの</a:t>
            </a:r>
            <a:r>
              <a:rPr kumimoji="1" lang="en-US" altLang="ja-JP" sz="2000" dirty="0"/>
              <a:t>UTF-8</a:t>
            </a:r>
            <a:r>
              <a:rPr kumimoji="1" lang="ja-JP" altLang="en-US" sz="2000"/>
              <a:t>バイト数を測定し、</a:t>
            </a:r>
            <a:r>
              <a:rPr kumimoji="1" lang="en-US" altLang="ja-JP" sz="2000" dirty="0"/>
              <a:t>1</a:t>
            </a:r>
            <a:r>
              <a:rPr kumimoji="1" lang="ja-JP" altLang="en-US" sz="2000"/>
              <a:t>秒間の合計を計算</a:t>
            </a:r>
            <a:endParaRPr kumimoji="1" lang="en-US" altLang="ja-JP" sz="2000" dirty="0"/>
          </a:p>
          <a:p>
            <a:pPr marL="0" indent="0">
              <a:buNone/>
            </a:pPr>
            <a:endParaRPr lang="en-US" altLang="ja-JP" sz="2000" dirty="0"/>
          </a:p>
          <a:p>
            <a:pPr marL="0" indent="0">
              <a:buNone/>
            </a:pPr>
            <a:endParaRPr lang="en-US" altLang="ja-JP" sz="2000" dirty="0"/>
          </a:p>
          <a:p>
            <a:pPr marL="0" indent="0">
              <a:buNone/>
            </a:pPr>
            <a:endParaRPr lang="en-US" altLang="ja-JP" sz="2000" dirty="0"/>
          </a:p>
          <a:p>
            <a:pPr marL="0" indent="0">
              <a:buNone/>
            </a:pPr>
            <a:r>
              <a:rPr lang="ja-JP" altLang="en-US" sz="1800">
                <a:effectLst/>
                <a:latin typeface="+mn-ea"/>
              </a:rPr>
              <a:t>＊ここで</a:t>
            </a:r>
            <a:r>
              <a:rPr lang="en-US" altLang="ja-JP" sz="1800" dirty="0">
                <a:effectLst/>
                <a:latin typeface="+mn-ea"/>
              </a:rPr>
              <a:t> N </a:t>
            </a:r>
            <a:r>
              <a:rPr lang="ja-JP" altLang="en-US" sz="1800">
                <a:effectLst/>
                <a:latin typeface="+mn-ea"/>
              </a:rPr>
              <a:t>は</a:t>
            </a:r>
            <a:r>
              <a:rPr lang="en-US" altLang="ja-JP" sz="1800" dirty="0">
                <a:effectLst/>
                <a:latin typeface="+mn-ea"/>
              </a:rPr>
              <a:t>1</a:t>
            </a:r>
            <a:r>
              <a:rPr lang="ja-JP" altLang="en-US" sz="1800">
                <a:effectLst/>
                <a:latin typeface="+mn-ea"/>
              </a:rPr>
              <a:t>秒間に送信されたメッセージ数、</a:t>
            </a:r>
            <a:r>
              <a:rPr lang="en-US" altLang="ja-JP" sz="1800" dirty="0" err="1">
                <a:effectLst/>
                <a:latin typeface="+mn-ea"/>
              </a:rPr>
              <a:t>Bytes_i</a:t>
            </a:r>
            <a:r>
              <a:rPr lang="ja-JP" altLang="en-US" sz="1800">
                <a:effectLst/>
                <a:latin typeface="+mn-ea"/>
              </a:rPr>
              <a:t>は</a:t>
            </a:r>
            <a:r>
              <a:rPr lang="en-US" altLang="ja-JP" sz="1800" dirty="0" err="1">
                <a:effectLst/>
                <a:latin typeface="+mn-ea"/>
              </a:rPr>
              <a:t>i</a:t>
            </a:r>
            <a:r>
              <a:rPr lang="ja-JP" altLang="en-US" sz="1800">
                <a:effectLst/>
                <a:latin typeface="+mn-ea"/>
              </a:rPr>
              <a:t>番目のメッセージのバイト数である。</a:t>
            </a:r>
            <a:endParaRPr lang="en-US" altLang="ja-JP" sz="1800" dirty="0">
              <a:effectLst/>
              <a:latin typeface="+mn-ea"/>
            </a:endParaRPr>
          </a:p>
          <a:p>
            <a:pPr marL="0" indent="0">
              <a:buNone/>
            </a:pPr>
            <a:endParaRPr lang="en-US" altLang="ja-JP" sz="2400" dirty="0">
              <a:latin typeface="+mn-ea"/>
            </a:endParaRPr>
          </a:p>
          <a:p>
            <a:pPr marL="0" indent="0">
              <a:buNone/>
            </a:pPr>
            <a:r>
              <a:rPr lang="ja-JP" altLang="en-US" sz="1800">
                <a:effectLst/>
                <a:latin typeface="+mn-ea"/>
              </a:rPr>
              <a:t> </a:t>
            </a:r>
            <a:endParaRPr lang="ja-JP" altLang="en-US" sz="1800">
              <a:latin typeface="+mn-ea"/>
            </a:endParaRPr>
          </a:p>
          <a:p>
            <a:pPr marL="0" indent="0">
              <a:buNone/>
            </a:pPr>
            <a:endParaRPr kumimoji="1" lang="ja-JP" altLang="en-US" sz="2000"/>
          </a:p>
        </p:txBody>
      </p:sp>
      <p:sp>
        <p:nvSpPr>
          <p:cNvPr id="4" name="スライド番号プレースホルダー 3">
            <a:extLst>
              <a:ext uri="{FF2B5EF4-FFF2-40B4-BE49-F238E27FC236}">
                <a16:creationId xmlns:a16="http://schemas.microsoft.com/office/drawing/2014/main" id="{858D68A9-2B4A-444D-B961-9DC006F09B11}"/>
              </a:ext>
            </a:extLst>
          </p:cNvPr>
          <p:cNvSpPr>
            <a:spLocks noGrp="1"/>
          </p:cNvSpPr>
          <p:nvPr>
            <p:ph type="sldNum" sz="quarter" idx="12"/>
          </p:nvPr>
        </p:nvSpPr>
        <p:spPr/>
        <p:txBody>
          <a:bodyPr/>
          <a:lstStyle/>
          <a:p>
            <a:fld id="{D57F1E4F-1CFF-5643-939E-217C01CDF565}" type="slidenum">
              <a:rPr lang="en-US" smtClean="0"/>
              <a:pPr/>
              <a:t>10</a:t>
            </a:fld>
            <a:endParaRPr lang="en-US"/>
          </a:p>
        </p:txBody>
      </p:sp>
      <p:pic>
        <p:nvPicPr>
          <p:cNvPr id="8" name="図 7" descr="テキスト が含まれている画像&#10;&#10;自動的に生成された説明">
            <a:extLst>
              <a:ext uri="{FF2B5EF4-FFF2-40B4-BE49-F238E27FC236}">
                <a16:creationId xmlns:a16="http://schemas.microsoft.com/office/drawing/2014/main" id="{474B6FAB-5B8A-EB42-8B38-10495697FF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0146" y="1822494"/>
            <a:ext cx="4203700" cy="673100"/>
          </a:xfrm>
          <a:prstGeom prst="rect">
            <a:avLst/>
          </a:prstGeom>
        </p:spPr>
      </p:pic>
      <p:pic>
        <p:nvPicPr>
          <p:cNvPr id="10" name="図 9" descr="ダイアグラム が含まれている画像&#10;&#10;自動的に生成された説明">
            <a:extLst>
              <a:ext uri="{FF2B5EF4-FFF2-40B4-BE49-F238E27FC236}">
                <a16:creationId xmlns:a16="http://schemas.microsoft.com/office/drawing/2014/main" id="{A4EBAA9B-0854-304F-9B46-AC97E1CCB4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7950" y="3090898"/>
            <a:ext cx="3810000" cy="1016000"/>
          </a:xfrm>
          <a:prstGeom prst="rect">
            <a:avLst/>
          </a:prstGeom>
        </p:spPr>
      </p:pic>
      <p:pic>
        <p:nvPicPr>
          <p:cNvPr id="12" name="図 11" descr="テキスト&#10;&#10;自動的に生成された説明">
            <a:extLst>
              <a:ext uri="{FF2B5EF4-FFF2-40B4-BE49-F238E27FC236}">
                <a16:creationId xmlns:a16="http://schemas.microsoft.com/office/drawing/2014/main" id="{525E33B3-E3E6-644B-B3A2-A07AAFB1D5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8122" y="4572845"/>
            <a:ext cx="3047747" cy="2031831"/>
          </a:xfrm>
          <a:prstGeom prst="rect">
            <a:avLst/>
          </a:prstGeom>
        </p:spPr>
      </p:pic>
    </p:spTree>
    <p:extLst>
      <p:ext uri="{BB962C8B-B14F-4D97-AF65-F5344CB8AC3E}">
        <p14:creationId xmlns:p14="http://schemas.microsoft.com/office/powerpoint/2010/main" val="9063118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776C18-53AA-4149-8DFB-D7419AC029A8}"/>
              </a:ext>
            </a:extLst>
          </p:cNvPr>
          <p:cNvSpPr>
            <a:spLocks noGrp="1"/>
          </p:cNvSpPr>
          <p:nvPr>
            <p:ph type="title"/>
          </p:nvPr>
        </p:nvSpPr>
        <p:spPr>
          <a:xfrm>
            <a:off x="628650" y="136524"/>
            <a:ext cx="7886700" cy="1091173"/>
          </a:xfrm>
        </p:spPr>
        <p:txBody>
          <a:bodyPr>
            <a:normAutofit/>
          </a:bodyPr>
          <a:lstStyle/>
          <a:p>
            <a:r>
              <a:rPr lang="ja-JP" altLang="en-US" sz="3600"/>
              <a:t>計測指標</a:t>
            </a:r>
            <a:r>
              <a:rPr lang="en-US" altLang="ja-JP" sz="3600" dirty="0"/>
              <a:t>(2/2)</a:t>
            </a:r>
            <a:endParaRPr kumimoji="1" lang="ja-JP" altLang="en-US" sz="3600"/>
          </a:p>
        </p:txBody>
      </p:sp>
      <p:sp>
        <p:nvSpPr>
          <p:cNvPr id="3" name="コンテンツ プレースホルダー 2">
            <a:extLst>
              <a:ext uri="{FF2B5EF4-FFF2-40B4-BE49-F238E27FC236}">
                <a16:creationId xmlns:a16="http://schemas.microsoft.com/office/drawing/2014/main" id="{C664DE6B-91E4-3C44-A0CC-639DF7B892EF}"/>
              </a:ext>
            </a:extLst>
          </p:cNvPr>
          <p:cNvSpPr>
            <a:spLocks noGrp="1"/>
          </p:cNvSpPr>
          <p:nvPr>
            <p:ph idx="1"/>
          </p:nvPr>
        </p:nvSpPr>
        <p:spPr>
          <a:xfrm>
            <a:off x="345217" y="1136822"/>
            <a:ext cx="8453566" cy="4910610"/>
          </a:xfrm>
        </p:spPr>
        <p:txBody>
          <a:bodyPr>
            <a:normAutofit/>
          </a:bodyPr>
          <a:lstStyle/>
          <a:p>
            <a:r>
              <a:rPr kumimoji="1" lang="ja-JP" altLang="en-US" sz="2400" u="sng"/>
              <a:t>通信遅延</a:t>
            </a:r>
            <a:endParaRPr kumimoji="1" lang="en-US" altLang="ja-JP" sz="2400" u="sng" dirty="0"/>
          </a:p>
          <a:p>
            <a:pPr marL="0" indent="0">
              <a:buNone/>
            </a:pPr>
            <a:r>
              <a:rPr kumimoji="1" lang="ja-JP" altLang="en-US" sz="2000"/>
              <a:t>・送信時刻</a:t>
            </a:r>
            <a:r>
              <a:rPr lang="en-US" altLang="ja-JP" sz="2000" dirty="0"/>
              <a:t>(</a:t>
            </a:r>
            <a:r>
              <a:rPr lang="en-US" altLang="ja-JP" sz="2000" dirty="0" err="1"/>
              <a:t>t_send</a:t>
            </a:r>
            <a:r>
              <a:rPr lang="en-US" altLang="ja-JP" sz="2000" dirty="0"/>
              <a:t>)</a:t>
            </a:r>
            <a:endParaRPr kumimoji="1" lang="en-US" altLang="ja-JP" sz="2000" dirty="0"/>
          </a:p>
          <a:p>
            <a:pPr marL="0" indent="0">
              <a:buNone/>
            </a:pPr>
            <a:r>
              <a:rPr lang="en-US" altLang="ja-JP" sz="2000" dirty="0"/>
              <a:t>	</a:t>
            </a:r>
            <a:r>
              <a:rPr lang="ja-JP" altLang="en-US" sz="2000"/>
              <a:t>教師端末から各オブジェクトの状態データを送信する時刻</a:t>
            </a:r>
            <a:endParaRPr kumimoji="1" lang="en-US" altLang="ja-JP" sz="2000" dirty="0"/>
          </a:p>
          <a:p>
            <a:pPr marL="0" indent="0">
              <a:buNone/>
            </a:pPr>
            <a:endParaRPr kumimoji="1" lang="en-US" altLang="ja-JP" sz="2000" dirty="0"/>
          </a:p>
          <a:p>
            <a:pPr marL="0" indent="0">
              <a:buNone/>
            </a:pPr>
            <a:r>
              <a:rPr lang="ja-JP" altLang="en-US" sz="2000"/>
              <a:t>・受信時刻</a:t>
            </a:r>
            <a:r>
              <a:rPr lang="en-US" altLang="ja-JP" sz="2000" dirty="0"/>
              <a:t>(</a:t>
            </a:r>
            <a:r>
              <a:rPr lang="en-US" altLang="ja-JP" sz="2000" dirty="0" err="1"/>
              <a:t>t_recv</a:t>
            </a:r>
            <a:r>
              <a:rPr lang="en-US" altLang="ja-JP" sz="2000" dirty="0"/>
              <a:t>)</a:t>
            </a:r>
          </a:p>
          <a:p>
            <a:pPr marL="0" indent="0">
              <a:buNone/>
            </a:pPr>
            <a:r>
              <a:rPr kumimoji="1" lang="en-US" altLang="ja-JP" sz="2000" dirty="0"/>
              <a:t>	</a:t>
            </a:r>
            <a:r>
              <a:rPr kumimoji="1" lang="ja-JP" altLang="en-US" sz="2000"/>
              <a:t>教師端末からのデータを生徒端末で受信した時刻</a:t>
            </a:r>
            <a:endParaRPr kumimoji="1" lang="en-US" altLang="ja-JP" sz="2000" dirty="0"/>
          </a:p>
          <a:p>
            <a:pPr marL="0" indent="0">
              <a:buNone/>
            </a:pPr>
            <a:endParaRPr lang="en-US" altLang="ja-JP" sz="2000" dirty="0"/>
          </a:p>
          <a:p>
            <a:pPr marL="0" indent="0">
              <a:buNone/>
            </a:pPr>
            <a:endParaRPr lang="en-US" altLang="ja-JP" sz="2000" dirty="0"/>
          </a:p>
          <a:p>
            <a:pPr marL="0" indent="0">
              <a:buNone/>
            </a:pPr>
            <a:r>
              <a:rPr kumimoji="1" lang="ja-JP" altLang="en-US" sz="2000"/>
              <a:t>　　　この値</a:t>
            </a:r>
            <a:r>
              <a:rPr kumimoji="1" lang="en-US" altLang="ja-JP" sz="2000" dirty="0"/>
              <a:t>(Delay)</a:t>
            </a:r>
            <a:r>
              <a:rPr kumimoji="1" lang="ja-JP" altLang="en-US" sz="2000"/>
              <a:t>を操作頻度ごとに平均・範囲としてまとめる。</a:t>
            </a:r>
            <a:endParaRPr kumimoji="1" lang="en-US" altLang="ja-JP" sz="2000" dirty="0"/>
          </a:p>
          <a:p>
            <a:pPr marL="0" indent="0">
              <a:buNone/>
            </a:pPr>
            <a:endParaRPr kumimoji="1" lang="ja-JP" altLang="en-US" sz="2000"/>
          </a:p>
        </p:txBody>
      </p:sp>
      <p:sp>
        <p:nvSpPr>
          <p:cNvPr id="4" name="スライド番号プレースホルダー 3">
            <a:extLst>
              <a:ext uri="{FF2B5EF4-FFF2-40B4-BE49-F238E27FC236}">
                <a16:creationId xmlns:a16="http://schemas.microsoft.com/office/drawing/2014/main" id="{858D68A9-2B4A-444D-B961-9DC006F09B11}"/>
              </a:ext>
            </a:extLst>
          </p:cNvPr>
          <p:cNvSpPr>
            <a:spLocks noGrp="1"/>
          </p:cNvSpPr>
          <p:nvPr>
            <p:ph type="sldNum" sz="quarter" idx="12"/>
          </p:nvPr>
        </p:nvSpPr>
        <p:spPr/>
        <p:txBody>
          <a:bodyPr/>
          <a:lstStyle/>
          <a:p>
            <a:fld id="{D57F1E4F-1CFF-5643-939E-217C01CDF565}" type="slidenum">
              <a:rPr lang="en-US" smtClean="0"/>
              <a:pPr/>
              <a:t>11</a:t>
            </a:fld>
            <a:endParaRPr lang="en-US"/>
          </a:p>
        </p:txBody>
      </p:sp>
      <p:pic>
        <p:nvPicPr>
          <p:cNvPr id="6" name="図 5" descr="テキスト&#10;&#10;中程度の精度で自動的に生成された説明">
            <a:extLst>
              <a:ext uri="{FF2B5EF4-FFF2-40B4-BE49-F238E27FC236}">
                <a16:creationId xmlns:a16="http://schemas.microsoft.com/office/drawing/2014/main" id="{B209A679-03A6-F84F-9B38-9CD04DE6DD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2700" y="3429000"/>
            <a:ext cx="4038600" cy="584200"/>
          </a:xfrm>
          <a:prstGeom prst="rect">
            <a:avLst/>
          </a:prstGeom>
        </p:spPr>
      </p:pic>
      <p:pic>
        <p:nvPicPr>
          <p:cNvPr id="8" name="図 7" descr="テキスト&#10;&#10;自動的に生成された説明">
            <a:extLst>
              <a:ext uri="{FF2B5EF4-FFF2-40B4-BE49-F238E27FC236}">
                <a16:creationId xmlns:a16="http://schemas.microsoft.com/office/drawing/2014/main" id="{751224D0-3F25-F543-BF49-45C31EB53B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43300" y="4542384"/>
            <a:ext cx="2057400" cy="1813967"/>
          </a:xfrm>
          <a:prstGeom prst="rect">
            <a:avLst/>
          </a:prstGeom>
        </p:spPr>
      </p:pic>
    </p:spTree>
    <p:extLst>
      <p:ext uri="{BB962C8B-B14F-4D97-AF65-F5344CB8AC3E}">
        <p14:creationId xmlns:p14="http://schemas.microsoft.com/office/powerpoint/2010/main" val="3718952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776C18-53AA-4149-8DFB-D7419AC029A8}"/>
              </a:ext>
            </a:extLst>
          </p:cNvPr>
          <p:cNvSpPr>
            <a:spLocks noGrp="1"/>
          </p:cNvSpPr>
          <p:nvPr>
            <p:ph type="title"/>
          </p:nvPr>
        </p:nvSpPr>
        <p:spPr>
          <a:xfrm>
            <a:off x="714375" y="342211"/>
            <a:ext cx="7886700" cy="1325563"/>
          </a:xfrm>
        </p:spPr>
        <p:txBody>
          <a:bodyPr>
            <a:normAutofit/>
          </a:bodyPr>
          <a:lstStyle/>
          <a:p>
            <a:r>
              <a:rPr kumimoji="1" lang="ja-JP" altLang="en-US" sz="3600"/>
              <a:t>実験結果</a:t>
            </a:r>
          </a:p>
        </p:txBody>
      </p:sp>
      <p:sp>
        <p:nvSpPr>
          <p:cNvPr id="3" name="コンテンツ プレースホルダー 2">
            <a:extLst>
              <a:ext uri="{FF2B5EF4-FFF2-40B4-BE49-F238E27FC236}">
                <a16:creationId xmlns:a16="http://schemas.microsoft.com/office/drawing/2014/main" id="{C664DE6B-91E4-3C44-A0CC-639DF7B892EF}"/>
              </a:ext>
            </a:extLst>
          </p:cNvPr>
          <p:cNvSpPr>
            <a:spLocks noGrp="1"/>
          </p:cNvSpPr>
          <p:nvPr>
            <p:ph idx="1"/>
          </p:nvPr>
        </p:nvSpPr>
        <p:spPr>
          <a:xfrm>
            <a:off x="430942" y="1445741"/>
            <a:ext cx="8453566" cy="4910610"/>
          </a:xfrm>
        </p:spPr>
        <p:txBody>
          <a:bodyPr>
            <a:normAutofit/>
          </a:bodyPr>
          <a:lstStyle/>
          <a:p>
            <a:r>
              <a:rPr lang="ja-JP" altLang="en-US" sz="2400" u="sng"/>
              <a:t>帯域幅</a:t>
            </a:r>
            <a:endParaRPr lang="en-US" altLang="ja-JP" sz="2400" u="sng" dirty="0"/>
          </a:p>
          <a:p>
            <a:pPr marL="0" indent="0">
              <a:buNone/>
            </a:pPr>
            <a:r>
              <a:rPr lang="ja-JP" altLang="en-US" sz="2000"/>
              <a:t>・通信帯域幅はおよそ</a:t>
            </a:r>
            <a:r>
              <a:rPr lang="en-US" altLang="ja-JP" sz="2000" b="1" dirty="0"/>
              <a:t>11.70〜11.85</a:t>
            </a:r>
            <a:r>
              <a:rPr lang="en-US" altLang="ja-JP" sz="2000" dirty="0"/>
              <a:t> KB/s</a:t>
            </a:r>
            <a:r>
              <a:rPr lang="ja-JP" altLang="en-US" sz="2000"/>
              <a:t>の範囲で安定</a:t>
            </a:r>
            <a:endParaRPr lang="en-US" altLang="ja-JP" sz="2000" dirty="0"/>
          </a:p>
          <a:p>
            <a:pPr marL="0" indent="0">
              <a:buNone/>
            </a:pPr>
            <a:endParaRPr lang="en-US" altLang="ja-JP" sz="2400" dirty="0"/>
          </a:p>
          <a:p>
            <a:pPr marL="0" indent="0">
              <a:buNone/>
            </a:pPr>
            <a:endParaRPr lang="en-US" altLang="ja-JP" sz="2400" dirty="0"/>
          </a:p>
          <a:p>
            <a:pPr marL="0" indent="0">
              <a:buNone/>
            </a:pPr>
            <a:endParaRPr lang="en-US" altLang="ja-JP" sz="2400" dirty="0"/>
          </a:p>
          <a:p>
            <a:r>
              <a:rPr kumimoji="1" lang="ja-JP" altLang="en-US" sz="2400" u="sng"/>
              <a:t>通信遅延</a:t>
            </a:r>
            <a:endParaRPr kumimoji="1" lang="en-US" altLang="ja-JP" sz="2400" u="sng" dirty="0"/>
          </a:p>
          <a:p>
            <a:pPr marL="0" indent="0">
              <a:buNone/>
            </a:pPr>
            <a:r>
              <a:rPr lang="ja-JP" altLang="en-US" sz="2000"/>
              <a:t>・低頻度操作では約</a:t>
            </a:r>
            <a:r>
              <a:rPr lang="en-US" altLang="ja-JP" sz="2000" b="1" dirty="0"/>
              <a:t>15.3</a:t>
            </a:r>
            <a:r>
              <a:rPr lang="ja-JP" altLang="en-US" sz="2000"/>
              <a:t>秒、高頻度操作では約</a:t>
            </a:r>
            <a:r>
              <a:rPr lang="en-US" altLang="ja-JP" sz="2000" b="1" dirty="0"/>
              <a:t>5.3</a:t>
            </a:r>
            <a:r>
              <a:rPr lang="ja-JP" altLang="en-US" sz="2000"/>
              <a:t>秒の遅延が発生</a:t>
            </a:r>
            <a:endParaRPr kumimoji="1" lang="en-US" altLang="ja-JP" sz="2000" dirty="0"/>
          </a:p>
          <a:p>
            <a:pPr marL="0" indent="0">
              <a:buNone/>
            </a:pPr>
            <a:endParaRPr kumimoji="1" lang="ja-JP" altLang="en-US" sz="2000"/>
          </a:p>
        </p:txBody>
      </p:sp>
      <p:sp>
        <p:nvSpPr>
          <p:cNvPr id="4" name="スライド番号プレースホルダー 3">
            <a:extLst>
              <a:ext uri="{FF2B5EF4-FFF2-40B4-BE49-F238E27FC236}">
                <a16:creationId xmlns:a16="http://schemas.microsoft.com/office/drawing/2014/main" id="{858D68A9-2B4A-444D-B961-9DC006F09B11}"/>
              </a:ext>
            </a:extLst>
          </p:cNvPr>
          <p:cNvSpPr>
            <a:spLocks noGrp="1"/>
          </p:cNvSpPr>
          <p:nvPr>
            <p:ph type="sldNum" sz="quarter" idx="12"/>
          </p:nvPr>
        </p:nvSpPr>
        <p:spPr/>
        <p:txBody>
          <a:bodyPr/>
          <a:lstStyle/>
          <a:p>
            <a:fld id="{D57F1E4F-1CFF-5643-939E-217C01CDF565}" type="slidenum">
              <a:rPr lang="en-US" smtClean="0"/>
              <a:pPr/>
              <a:t>12</a:t>
            </a:fld>
            <a:endParaRPr lang="en-US"/>
          </a:p>
        </p:txBody>
      </p:sp>
      <p:pic>
        <p:nvPicPr>
          <p:cNvPr id="7" name="図 6">
            <a:extLst>
              <a:ext uri="{FF2B5EF4-FFF2-40B4-BE49-F238E27FC236}">
                <a16:creationId xmlns:a16="http://schemas.microsoft.com/office/drawing/2014/main" id="{81328EA4-21DF-8F4C-8951-A7FFE46DD0CA}"/>
              </a:ext>
            </a:extLst>
          </p:cNvPr>
          <p:cNvPicPr>
            <a:picLocks noChangeAspect="1"/>
          </p:cNvPicPr>
          <p:nvPr/>
        </p:nvPicPr>
        <p:blipFill>
          <a:blip r:embed="rId2"/>
          <a:stretch>
            <a:fillRect/>
          </a:stretch>
        </p:blipFill>
        <p:spPr>
          <a:xfrm>
            <a:off x="2956002" y="2325259"/>
            <a:ext cx="3231995" cy="892089"/>
          </a:xfrm>
          <a:prstGeom prst="rect">
            <a:avLst/>
          </a:prstGeom>
        </p:spPr>
      </p:pic>
      <p:pic>
        <p:nvPicPr>
          <p:cNvPr id="9" name="図 8">
            <a:extLst>
              <a:ext uri="{FF2B5EF4-FFF2-40B4-BE49-F238E27FC236}">
                <a16:creationId xmlns:a16="http://schemas.microsoft.com/office/drawing/2014/main" id="{EC7BF0E9-0727-3243-99E7-052A6BADF517}"/>
              </a:ext>
            </a:extLst>
          </p:cNvPr>
          <p:cNvPicPr>
            <a:picLocks noChangeAspect="1"/>
          </p:cNvPicPr>
          <p:nvPr/>
        </p:nvPicPr>
        <p:blipFill>
          <a:blip r:embed="rId3"/>
          <a:stretch>
            <a:fillRect/>
          </a:stretch>
        </p:blipFill>
        <p:spPr>
          <a:xfrm>
            <a:off x="2778125" y="4383559"/>
            <a:ext cx="3759200" cy="1028700"/>
          </a:xfrm>
          <a:prstGeom prst="rect">
            <a:avLst/>
          </a:prstGeom>
        </p:spPr>
      </p:pic>
    </p:spTree>
    <p:extLst>
      <p:ext uri="{BB962C8B-B14F-4D97-AF65-F5344CB8AC3E}">
        <p14:creationId xmlns:p14="http://schemas.microsoft.com/office/powerpoint/2010/main" val="35154130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D4964C-0DA7-F545-B297-9361AFD14B21}"/>
              </a:ext>
            </a:extLst>
          </p:cNvPr>
          <p:cNvSpPr>
            <a:spLocks noGrp="1"/>
          </p:cNvSpPr>
          <p:nvPr>
            <p:ph type="title"/>
          </p:nvPr>
        </p:nvSpPr>
        <p:spPr>
          <a:xfrm>
            <a:off x="628650" y="410368"/>
            <a:ext cx="7886700" cy="1325563"/>
          </a:xfrm>
        </p:spPr>
        <p:txBody>
          <a:bodyPr>
            <a:normAutofit/>
          </a:bodyPr>
          <a:lstStyle/>
          <a:p>
            <a:r>
              <a:rPr kumimoji="1" lang="ja-JP" altLang="en-US" sz="3600"/>
              <a:t>考察</a:t>
            </a:r>
            <a:r>
              <a:rPr kumimoji="1" lang="en-US" altLang="ja-JP" sz="3600" dirty="0"/>
              <a:t>(1/2)</a:t>
            </a:r>
            <a:endParaRPr kumimoji="1" lang="ja-JP" altLang="en-US" sz="3600"/>
          </a:p>
        </p:txBody>
      </p:sp>
      <p:sp>
        <p:nvSpPr>
          <p:cNvPr id="3" name="コンテンツ プレースホルダー 2">
            <a:extLst>
              <a:ext uri="{FF2B5EF4-FFF2-40B4-BE49-F238E27FC236}">
                <a16:creationId xmlns:a16="http://schemas.microsoft.com/office/drawing/2014/main" id="{35B33547-EFB2-A541-BAD1-80E58A3CFA04}"/>
              </a:ext>
            </a:extLst>
          </p:cNvPr>
          <p:cNvSpPr>
            <a:spLocks noGrp="1"/>
          </p:cNvSpPr>
          <p:nvPr>
            <p:ph idx="1"/>
          </p:nvPr>
        </p:nvSpPr>
        <p:spPr>
          <a:xfrm>
            <a:off x="628650" y="1870472"/>
            <a:ext cx="7886700" cy="4351338"/>
          </a:xfrm>
        </p:spPr>
        <p:txBody>
          <a:bodyPr>
            <a:normAutofit/>
          </a:bodyPr>
          <a:lstStyle/>
          <a:p>
            <a:r>
              <a:rPr kumimoji="1" lang="ja-JP" altLang="en-US" sz="2400"/>
              <a:t>操作頻度が高いほど通信遅延は低い</a:t>
            </a:r>
            <a:endParaRPr kumimoji="1" lang="en-US" altLang="ja-JP" sz="2400" dirty="0"/>
          </a:p>
          <a:p>
            <a:pPr marL="0" indent="0">
              <a:buNone/>
            </a:pPr>
            <a:r>
              <a:rPr lang="ja-JP" altLang="en-US" sz="2000"/>
              <a:t>　　・低頻度</a:t>
            </a:r>
            <a:r>
              <a:rPr lang="en-US" altLang="ja-JP" sz="2000" dirty="0"/>
              <a:t>(5 ops/sec):</a:t>
            </a:r>
            <a:r>
              <a:rPr lang="ja-JP" altLang="en-US" sz="2000"/>
              <a:t>約</a:t>
            </a:r>
            <a:r>
              <a:rPr lang="en-US" altLang="ja-JP" sz="2000" dirty="0"/>
              <a:t>15</a:t>
            </a:r>
            <a:r>
              <a:rPr lang="ja-JP" altLang="en-US" sz="2000"/>
              <a:t>秒</a:t>
            </a:r>
            <a:endParaRPr lang="en-US" altLang="ja-JP" sz="2000" dirty="0"/>
          </a:p>
          <a:p>
            <a:pPr marL="0" indent="0">
              <a:buNone/>
            </a:pPr>
            <a:endParaRPr lang="en-US" altLang="ja-JP" sz="2000" dirty="0"/>
          </a:p>
          <a:p>
            <a:pPr marL="0" indent="0">
              <a:buNone/>
            </a:pPr>
            <a:r>
              <a:rPr kumimoji="1" lang="ja-JP" altLang="en-US" sz="2000"/>
              <a:t>　　・高頻度</a:t>
            </a:r>
            <a:r>
              <a:rPr kumimoji="1" lang="en-US" altLang="ja-JP" sz="2000" dirty="0"/>
              <a:t>(30 ops/sec):</a:t>
            </a:r>
            <a:r>
              <a:rPr kumimoji="1" lang="ja-JP" altLang="en-US" sz="2000"/>
              <a:t>約</a:t>
            </a:r>
            <a:r>
              <a:rPr kumimoji="1" lang="en-US" altLang="ja-JP" sz="2000" dirty="0"/>
              <a:t>5</a:t>
            </a:r>
            <a:r>
              <a:rPr kumimoji="1" lang="ja-JP" altLang="en-US" sz="2000"/>
              <a:t>秒</a:t>
            </a:r>
            <a:endParaRPr kumimoji="1" lang="en-US" altLang="ja-JP" sz="2000" dirty="0"/>
          </a:p>
          <a:p>
            <a:pPr marL="0" indent="0">
              <a:buNone/>
            </a:pPr>
            <a:endParaRPr kumimoji="1" lang="en-US" altLang="ja-JP" sz="2000" dirty="0"/>
          </a:p>
          <a:p>
            <a:pPr marL="0" indent="0">
              <a:buNone/>
            </a:pPr>
            <a:r>
              <a:rPr kumimoji="1" lang="ja-JP" altLang="en-US" sz="2000"/>
              <a:t>　→遅延は通信回線性能だけでなく、送信間隔・設計に依存する</a:t>
            </a:r>
            <a:endParaRPr kumimoji="1" lang="en-US" altLang="ja-JP" sz="2000" dirty="0"/>
          </a:p>
          <a:p>
            <a:pPr marL="0" indent="0">
              <a:buNone/>
            </a:pPr>
            <a:endParaRPr lang="en-US" altLang="ja-JP" sz="2000" dirty="0"/>
          </a:p>
          <a:p>
            <a:r>
              <a:rPr kumimoji="1" lang="ja-JP" altLang="en-US" sz="2400"/>
              <a:t>数秒から十数秒の遅延は許容範囲</a:t>
            </a:r>
          </a:p>
        </p:txBody>
      </p:sp>
      <p:sp>
        <p:nvSpPr>
          <p:cNvPr id="4" name="スライド番号プレースホルダー 3">
            <a:extLst>
              <a:ext uri="{FF2B5EF4-FFF2-40B4-BE49-F238E27FC236}">
                <a16:creationId xmlns:a16="http://schemas.microsoft.com/office/drawing/2014/main" id="{3EB37197-2999-0442-8830-2B6908E004D1}"/>
              </a:ext>
            </a:extLst>
          </p:cNvPr>
          <p:cNvSpPr>
            <a:spLocks noGrp="1"/>
          </p:cNvSpPr>
          <p:nvPr>
            <p:ph type="sldNum" sz="quarter" idx="12"/>
          </p:nvPr>
        </p:nvSpPr>
        <p:spPr/>
        <p:txBody>
          <a:bodyPr/>
          <a:lstStyle/>
          <a:p>
            <a:fld id="{D57F1E4F-1CFF-5643-939E-217C01CDF565}" type="slidenum">
              <a:rPr lang="en-US" smtClean="0"/>
              <a:pPr/>
              <a:t>13</a:t>
            </a:fld>
            <a:endParaRPr lang="en-US"/>
          </a:p>
        </p:txBody>
      </p:sp>
    </p:spTree>
    <p:extLst>
      <p:ext uri="{BB962C8B-B14F-4D97-AF65-F5344CB8AC3E}">
        <p14:creationId xmlns:p14="http://schemas.microsoft.com/office/powerpoint/2010/main" val="28329880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D4964C-0DA7-F545-B297-9361AFD14B21}"/>
              </a:ext>
            </a:extLst>
          </p:cNvPr>
          <p:cNvSpPr>
            <a:spLocks noGrp="1"/>
          </p:cNvSpPr>
          <p:nvPr>
            <p:ph type="title"/>
          </p:nvPr>
        </p:nvSpPr>
        <p:spPr>
          <a:xfrm>
            <a:off x="628650" y="410368"/>
            <a:ext cx="7886700" cy="1325563"/>
          </a:xfrm>
        </p:spPr>
        <p:txBody>
          <a:bodyPr>
            <a:normAutofit/>
          </a:bodyPr>
          <a:lstStyle/>
          <a:p>
            <a:r>
              <a:rPr kumimoji="1" lang="ja-JP" altLang="en-US" sz="3600"/>
              <a:t>考察</a:t>
            </a:r>
            <a:r>
              <a:rPr kumimoji="1" lang="en-US" altLang="ja-JP" sz="3600" dirty="0"/>
              <a:t>(2/2)</a:t>
            </a:r>
            <a:endParaRPr kumimoji="1" lang="ja-JP" altLang="en-US" sz="3600"/>
          </a:p>
        </p:txBody>
      </p:sp>
      <p:sp>
        <p:nvSpPr>
          <p:cNvPr id="3" name="コンテンツ プレースホルダー 2">
            <a:extLst>
              <a:ext uri="{FF2B5EF4-FFF2-40B4-BE49-F238E27FC236}">
                <a16:creationId xmlns:a16="http://schemas.microsoft.com/office/drawing/2014/main" id="{35B33547-EFB2-A541-BAD1-80E58A3CFA04}"/>
              </a:ext>
            </a:extLst>
          </p:cNvPr>
          <p:cNvSpPr>
            <a:spLocks noGrp="1"/>
          </p:cNvSpPr>
          <p:nvPr>
            <p:ph idx="1"/>
          </p:nvPr>
        </p:nvSpPr>
        <p:spPr>
          <a:xfrm>
            <a:off x="628650" y="1825625"/>
            <a:ext cx="8194074" cy="4530726"/>
          </a:xfrm>
        </p:spPr>
        <p:txBody>
          <a:bodyPr>
            <a:normAutofit/>
          </a:bodyPr>
          <a:lstStyle/>
          <a:p>
            <a:r>
              <a:rPr kumimoji="1" lang="ja-JP" altLang="en-US" sz="2400"/>
              <a:t>教育現場での実運用可能性</a:t>
            </a:r>
            <a:endParaRPr kumimoji="1" lang="en-US" altLang="ja-JP" sz="2400" dirty="0"/>
          </a:p>
          <a:p>
            <a:pPr marL="0" indent="0">
              <a:buNone/>
            </a:pPr>
            <a:r>
              <a:rPr lang="ja-JP" altLang="en-US" sz="2000"/>
              <a:t>　・</a:t>
            </a:r>
            <a:r>
              <a:rPr lang="en-US" altLang="ja-JP" sz="2000" dirty="0"/>
              <a:t>1</a:t>
            </a:r>
            <a:r>
              <a:rPr lang="ja-JP" altLang="en-US" sz="2000"/>
              <a:t>対</a:t>
            </a:r>
            <a:r>
              <a:rPr lang="en-US" altLang="ja-JP" sz="2000" dirty="0"/>
              <a:t>1</a:t>
            </a:r>
            <a:r>
              <a:rPr lang="ja-JP" altLang="en-US" sz="2000"/>
              <a:t>通信では</a:t>
            </a:r>
            <a:r>
              <a:rPr lang="ja-JP" altLang="en-US" sz="2000" b="1"/>
              <a:t>約</a:t>
            </a:r>
            <a:r>
              <a:rPr lang="en-US" altLang="ja-JP" sz="2000" b="1" dirty="0"/>
              <a:t>11 KB/s</a:t>
            </a:r>
            <a:r>
              <a:rPr lang="ja-JP" altLang="en-US" sz="2000"/>
              <a:t>の低帯域で教材同期が可能</a:t>
            </a:r>
            <a:endParaRPr lang="en-US" altLang="ja-JP" sz="2000" dirty="0"/>
          </a:p>
          <a:p>
            <a:pPr marL="0" indent="0">
              <a:buNone/>
            </a:pPr>
            <a:endParaRPr kumimoji="1" lang="en-US" altLang="ja-JP" sz="2000" dirty="0"/>
          </a:p>
          <a:p>
            <a:pPr marL="0" indent="0">
              <a:buNone/>
            </a:pPr>
            <a:r>
              <a:rPr lang="ja-JP" altLang="en-US" sz="2000"/>
              <a:t>　・講義環境</a:t>
            </a:r>
            <a:r>
              <a:rPr lang="en-US" altLang="ja-JP" sz="2000" dirty="0"/>
              <a:t>(</a:t>
            </a:r>
            <a:r>
              <a:rPr lang="ja-JP" altLang="en-US" sz="2000"/>
              <a:t>教師</a:t>
            </a:r>
            <a:r>
              <a:rPr lang="en-US" altLang="ja-JP" sz="2000" dirty="0"/>
              <a:t>1 </a:t>
            </a:r>
            <a:r>
              <a:rPr lang="ja-JP" altLang="en-US" sz="2000"/>
              <a:t>対</a:t>
            </a:r>
            <a:r>
              <a:rPr lang="en-US" altLang="ja-JP" sz="2000" dirty="0"/>
              <a:t> </a:t>
            </a:r>
            <a:r>
              <a:rPr lang="ja-JP" altLang="en-US" sz="2000"/>
              <a:t>生徒</a:t>
            </a:r>
            <a:r>
              <a:rPr lang="en-US" altLang="ja-JP" sz="2000" dirty="0"/>
              <a:t>40)</a:t>
            </a:r>
            <a:r>
              <a:rPr lang="ja-JP" altLang="en-US" sz="2000"/>
              <a:t>を想定</a:t>
            </a:r>
            <a:endParaRPr lang="en-US" altLang="ja-JP" sz="2000" dirty="0"/>
          </a:p>
          <a:p>
            <a:pPr marL="0" indent="0">
              <a:buNone/>
            </a:pPr>
            <a:r>
              <a:rPr lang="en-US" altLang="ja-JP" sz="2000" dirty="0"/>
              <a:t>	</a:t>
            </a:r>
            <a:r>
              <a:rPr lang="ja-JP" altLang="en-US" sz="2000" b="1"/>
              <a:t>必要帯域：約</a:t>
            </a:r>
            <a:r>
              <a:rPr lang="en-US" altLang="ja-JP" sz="2000" b="1" dirty="0"/>
              <a:t>440 KB/s</a:t>
            </a:r>
          </a:p>
          <a:p>
            <a:pPr marL="0" indent="0">
              <a:buNone/>
            </a:pPr>
            <a:r>
              <a:rPr kumimoji="1" lang="en-US" altLang="ja-JP" sz="2000" dirty="0"/>
              <a:t>	</a:t>
            </a:r>
            <a:r>
              <a:rPr kumimoji="1" lang="ja-JP" altLang="en-US" sz="2000"/>
              <a:t>学内ネットワーク、一般的</a:t>
            </a:r>
            <a:r>
              <a:rPr kumimoji="1" lang="en-US" altLang="ja-JP" sz="2000" dirty="0"/>
              <a:t>LAN</a:t>
            </a:r>
            <a:r>
              <a:rPr kumimoji="1" lang="ja-JP" altLang="en-US" sz="2000"/>
              <a:t>環境で十分対応可能</a:t>
            </a:r>
            <a:endParaRPr lang="en-US" altLang="ja-JP" sz="2000" dirty="0"/>
          </a:p>
          <a:p>
            <a:pPr marL="0" indent="0">
              <a:buNone/>
            </a:pPr>
            <a:endParaRPr kumimoji="1" lang="en-US" altLang="ja-JP" sz="2000" dirty="0"/>
          </a:p>
          <a:p>
            <a:pPr marL="0" indent="0">
              <a:buNone/>
            </a:pPr>
            <a:endParaRPr kumimoji="1" lang="en-US" altLang="ja-JP" sz="2000" dirty="0"/>
          </a:p>
          <a:p>
            <a:pPr marL="0" indent="0">
              <a:buNone/>
            </a:pPr>
            <a:r>
              <a:rPr kumimoji="1" lang="ja-JP" altLang="en-US" sz="2000"/>
              <a:t>　　　　　</a:t>
            </a:r>
            <a:r>
              <a:rPr kumimoji="1" lang="ja-JP" altLang="en-US" sz="2000" u="sng"/>
              <a:t>対多数の教育現場でも実現可能性が高く</a:t>
            </a:r>
            <a:endParaRPr lang="en-US" altLang="ja-JP" sz="2000" u="sng" dirty="0"/>
          </a:p>
          <a:p>
            <a:pPr marL="0" indent="0">
              <a:buNone/>
            </a:pPr>
            <a:r>
              <a:rPr lang="ja-JP" altLang="en-US" sz="2000"/>
              <a:t>　　　　　</a:t>
            </a:r>
            <a:r>
              <a:rPr lang="en-US" altLang="ja-JP" sz="2000" u="sng" dirty="0"/>
              <a:t>VR/AR</a:t>
            </a:r>
            <a:r>
              <a:rPr lang="ja-JP" altLang="en-US" sz="2000" u="sng"/>
              <a:t>理科</a:t>
            </a:r>
            <a:r>
              <a:rPr kumimoji="1" lang="ja-JP" altLang="en-US" sz="2000" u="sng"/>
              <a:t>教材として活躍できる可能性がある</a:t>
            </a:r>
            <a:endParaRPr kumimoji="1" lang="en-US" altLang="ja-JP" sz="2000" u="sng" dirty="0"/>
          </a:p>
          <a:p>
            <a:pPr marL="0" indent="0">
              <a:buNone/>
            </a:pPr>
            <a:endParaRPr kumimoji="1" lang="en-US" altLang="ja-JP" sz="2000" dirty="0"/>
          </a:p>
        </p:txBody>
      </p:sp>
      <p:sp>
        <p:nvSpPr>
          <p:cNvPr id="4" name="スライド番号プレースホルダー 3">
            <a:extLst>
              <a:ext uri="{FF2B5EF4-FFF2-40B4-BE49-F238E27FC236}">
                <a16:creationId xmlns:a16="http://schemas.microsoft.com/office/drawing/2014/main" id="{3EB37197-2999-0442-8830-2B6908E004D1}"/>
              </a:ext>
            </a:extLst>
          </p:cNvPr>
          <p:cNvSpPr>
            <a:spLocks noGrp="1"/>
          </p:cNvSpPr>
          <p:nvPr>
            <p:ph type="sldNum" sz="quarter" idx="12"/>
          </p:nvPr>
        </p:nvSpPr>
        <p:spPr/>
        <p:txBody>
          <a:bodyPr/>
          <a:lstStyle/>
          <a:p>
            <a:fld id="{D57F1E4F-1CFF-5643-939E-217C01CDF565}" type="slidenum">
              <a:rPr lang="en-US" smtClean="0"/>
              <a:pPr/>
              <a:t>14</a:t>
            </a:fld>
            <a:endParaRPr lang="en-US"/>
          </a:p>
        </p:txBody>
      </p:sp>
    </p:spTree>
    <p:extLst>
      <p:ext uri="{BB962C8B-B14F-4D97-AF65-F5344CB8AC3E}">
        <p14:creationId xmlns:p14="http://schemas.microsoft.com/office/powerpoint/2010/main" val="38455401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0284C285D8C77245A80D9E57A1243348" ma:contentTypeVersion="6" ma:contentTypeDescription="新しいドキュメントを作成します。" ma:contentTypeScope="" ma:versionID="697652ebed56d79eb16a64891a130b9e">
  <xsd:schema xmlns:xsd="http://www.w3.org/2001/XMLSchema" xmlns:xs="http://www.w3.org/2001/XMLSchema" xmlns:p="http://schemas.microsoft.com/office/2006/metadata/properties" xmlns:ns2="17ffdb5d-684b-407d-9579-13c201eac3e7" xmlns:ns3="1fd37d76-fc9b-47b5-83fa-7d6803f1d195" targetNamespace="http://schemas.microsoft.com/office/2006/metadata/properties" ma:root="true" ma:fieldsID="b7bab6adcf447a2b535e0a2490836937" ns2:_="" ns3:_="">
    <xsd:import namespace="17ffdb5d-684b-407d-9579-13c201eac3e7"/>
    <xsd:import namespace="1fd37d76-fc9b-47b5-83fa-7d6803f1d195"/>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ffdb5d-684b-407d-9579-13c201eac3e7" elementFormDefault="qualified">
    <xsd:import namespace="http://schemas.microsoft.com/office/2006/documentManagement/types"/>
    <xsd:import namespace="http://schemas.microsoft.com/office/infopath/2007/PartnerControls"/>
    <xsd:element name="SharedWithUsers" ma:index="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共有相手の詳細情報"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fd37d76-fc9b-47b5-83fa-7d6803f1d19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11D4593-1CF2-4A4D-8D8A-38A8FA9B43B5}">
  <ds:schemaRefs>
    <ds:schemaRef ds:uri="http://schemas.openxmlformats.org/package/2006/metadata/core-properties"/>
    <ds:schemaRef ds:uri="http://purl.org/dc/elements/1.1/"/>
    <ds:schemaRef ds:uri="http://schemas.microsoft.com/office/infopath/2007/PartnerControls"/>
    <ds:schemaRef ds:uri="17ffdb5d-684b-407d-9579-13c201eac3e7"/>
    <ds:schemaRef ds:uri="http://schemas.microsoft.com/office/2006/documentManagement/types"/>
    <ds:schemaRef ds:uri="http://schemas.microsoft.com/office/2006/metadata/properties"/>
    <ds:schemaRef ds:uri="http://purl.org/dc/terms/"/>
    <ds:schemaRef ds:uri="1fd37d76-fc9b-47b5-83fa-7d6803f1d195"/>
    <ds:schemaRef ds:uri="http://www.w3.org/XML/1998/namespace"/>
    <ds:schemaRef ds:uri="http://purl.org/dc/dcmitype/"/>
  </ds:schemaRefs>
</ds:datastoreItem>
</file>

<file path=customXml/itemProps2.xml><?xml version="1.0" encoding="utf-8"?>
<ds:datastoreItem xmlns:ds="http://schemas.openxmlformats.org/officeDocument/2006/customXml" ds:itemID="{A4E8E728-7116-42F0-A706-244C1416890F}">
  <ds:schemaRefs>
    <ds:schemaRef ds:uri="17ffdb5d-684b-407d-9579-13c201eac3e7"/>
    <ds:schemaRef ds:uri="1fd37d76-fc9b-47b5-83fa-7d6803f1d19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242C0F3-53EA-46C4-865D-93A1CCDA250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19265</TotalTime>
  <Words>915</Words>
  <Application>Microsoft Macintosh PowerPoint</Application>
  <PresentationFormat>画面に合わせる (4:3)</PresentationFormat>
  <Paragraphs>162</Paragraphs>
  <Slides>14</Slides>
  <Notes>5</Notes>
  <HiddenSlides>0</HiddenSlides>
  <MMClips>0</MMClips>
  <ScaleCrop>false</ScaleCrop>
  <HeadingPairs>
    <vt:vector size="8" baseType="variant">
      <vt:variant>
        <vt:lpstr>使用されているフォント</vt:lpstr>
      </vt:variant>
      <vt:variant>
        <vt:i4>6</vt:i4>
      </vt:variant>
      <vt:variant>
        <vt:lpstr>テーマ</vt:lpstr>
      </vt:variant>
      <vt:variant>
        <vt:i4>1</vt:i4>
      </vt:variant>
      <vt:variant>
        <vt:lpstr>埋め込まれた OLE サーバー</vt:lpstr>
      </vt:variant>
      <vt:variant>
        <vt:i4>1</vt:i4>
      </vt:variant>
      <vt:variant>
        <vt:lpstr>スライド タイトル</vt:lpstr>
      </vt:variant>
      <vt:variant>
        <vt:i4>14</vt:i4>
      </vt:variant>
    </vt:vector>
  </HeadingPairs>
  <TitlesOfParts>
    <vt:vector size="22" baseType="lpstr">
      <vt:lpstr>-webkit-standard</vt:lpstr>
      <vt:lpstr>HaranoAjiMincho-Regular-Identity-H</vt:lpstr>
      <vt:lpstr>游ゴシック</vt:lpstr>
      <vt:lpstr>游ゴシック Light</vt:lpstr>
      <vt:lpstr>Arial</vt:lpstr>
      <vt:lpstr>Calibri</vt:lpstr>
      <vt:lpstr>Office テーマ</vt:lpstr>
      <vt:lpstr>Equation</vt:lpstr>
      <vt:lpstr>VR 技術を利用した理科教材のリアルタイム共有システムに関する設計と評価 </vt:lpstr>
      <vt:lpstr>目次</vt:lpstr>
      <vt:lpstr>背景</vt:lpstr>
      <vt:lpstr>問題点</vt:lpstr>
      <vt:lpstr>提案手法(1/3)</vt:lpstr>
      <vt:lpstr>提案手法(2/3)</vt:lpstr>
      <vt:lpstr>提案手法(3/3)</vt:lpstr>
      <vt:lpstr>実験概要</vt:lpstr>
      <vt:lpstr>実験目的</vt:lpstr>
      <vt:lpstr>計測指標(1/2)</vt:lpstr>
      <vt:lpstr>計測指標(2/2)</vt:lpstr>
      <vt:lpstr>実験結果</vt:lpstr>
      <vt:lpstr>考察(1/2)</vt:lpstr>
      <vt:lpstr>考察(2/2)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グラフィックスI</dc:title>
  <dc:creator>miya</dc:creator>
  <cp:lastModifiedBy>NAKAMURA KIO</cp:lastModifiedBy>
  <cp:revision>14</cp:revision>
  <dcterms:created xsi:type="dcterms:W3CDTF">2009-04-07T13:51:04Z</dcterms:created>
  <dcterms:modified xsi:type="dcterms:W3CDTF">2026-02-05T16:39:08Z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0x0101000284C285D8C77245A80D9E57A1243348</vt:lpwstr>
  </property>
</Properties>
</file>